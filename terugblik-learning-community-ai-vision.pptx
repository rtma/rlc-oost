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D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Vision Learning Community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Terugblik op 3 bijeenkomsten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als Kwaliteitscontrole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Community AI Vision  •  2024–2025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was de ambitie?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als Kwaliteitscontrole voor MKB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/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MKB-praktijk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67004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toegankelijk maken voor kleine en middelgrote bedrijven in de Achterhoek.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8328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/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Onderwijs × Bedrijf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67004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MBO, HBO en innovatiecentrum werken samen met bedrijfsvertegenwoordigers aan échte toepassingen.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/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leren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67004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alleen theorie — deelnemers draaien modellen op eigen laptop, eigen producten, eigen camera.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Opzet: twee niveaus + notebooks als ruggengraat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663440" y="9601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960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960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Gevorderd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Instapniveau — geen CV-ervaring vereist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Stap-voor-stap via notebook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Kant-en-klaar model uitproberen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dataset inbrengen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met webcam of USB-camera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Bouwt voort op eigen ervaring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Diepere technieken: anomaly detection, SAM2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Demo-opstellingen bouwen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Productiecontext: echte machineonderdelen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 kijken naar modelkeuze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206240"/>
            <a:ext cx="9144000" cy="411480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82880" y="42062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Bijeenkomst 1  —  Setup &amp; Eerste Detectie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Beginner-niveau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01_Setup_en_Camera_Test.ipynb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Python-omgeving installeren en configureren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YOLO-packages installeren (ultralytics, opencv)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Camera-drivers instellen: webcam &amp; USB-camera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testen: live videostream in notebook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 YOLOv8-model draaien op eigen camera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291840" cy="3383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0" y="960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bereikten deelnemers?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Werkende Python-omgeving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camerastream op eigen laptop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detecteert personen, objecten live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inzicht in bounding boxes &amp; scores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Bijeenkomst 1  —  Gevorderd: De Koffiemachine-Demo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Gevorderd-niveau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Demo-opstelling bouwen met echte productiecontext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Etna koffiemachine als herkenningsobject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Productdetectie: welk model staat in beeld?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correct positioneren voor consistente beelden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inferentie op videostream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Discussie: wat heb je nodig voor productieomgeving?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914400"/>
            <a:ext cx="3383280" cy="3383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0" y="1005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/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57784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Etna Koffiemachine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77840" y="2468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herkenningsobject voor productdetectie — direct herkenbaar voor bedrijfsdeelnemers en toepasbaar op eigen producten.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Bijeenkomst 2  —  Eigen Model Trainen met Lokale Dataset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Beginner-niveau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02_YOLO_Object_Detection.ipynb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Gelabelde bouten-en-moeren dataset gedownload van Roboflow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lokaal gebruikt om YOLOv8-model te finetunen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training lokaal op eigen laptop (niet in de cloud)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volgen in notebook (loss, mAP, precision)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evalueren op validatieset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Inferentie met eigen getraind model op camerabeelden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291840" cy="3383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0" y="1005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Roboflow Dataset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/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669280" y="22402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Gelabelde dataset downloaden via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7157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Kant-en-klare annotaties meegeleverd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319125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YOLO-formaat, direct bruikbaar voor lokale training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36667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beschikbaar voor kleine projecten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Bijeenkomst 2  —  Gevorderd: Anomaly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Gevorderd-niveau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325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is anomaly detection?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Afwijkende producten herkennen zónder gelabelde foutdata. Het model leert alleen van 'goede' producten en markeert alles wat afwijkt.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foutdata nodig — alleen goede producten als trainingsset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Toepasbaar als foutdata schaars of kostbaar 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Vergelijking met klassieke supervised detectie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Grenswaarden en drempelwaarden instellen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Praktijkcasus: kwaliteitscontrole op productielijn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914400"/>
            <a:ext cx="3291840" cy="3383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577840" y="10972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24688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Voordeel voor MKB: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Fouten herkennen zonder eerst duizenden foutbeelden te verzamelen.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inzetbaar na korte trainingsrun.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Bijeenkomst 3  —  Eigen Dataset: Labelen en Trainen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Beginner-niveau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Notebooks: 03_Train_Je_Eigen_Model_Interactief.ipynb  +  04_Labelen_En_Trainen_Eigen_Dataset.ipynb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/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50–150 foto's van eigen product meenemen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4320" y="22402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3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/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 in Label Studio (lokaal of cloud)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743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/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exporteren in YOLO-formaat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4320" y="33375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/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trainen op eigen klassen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4320" y="388620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43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/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Valideren: mAP, precision, recall beoordelen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0" y="914400"/>
            <a:ext cx="3200400" cy="3383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760720" y="1005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Studio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60720" y="1417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/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5760720" y="22402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labeltool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tekenen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naar YOLO-formaat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Werkt volledig lokaal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Bijeenkomst 3  —  Gevorderd: SAM2 Segment Anything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Gevorderd-niveau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325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SAM2 — Segment Anything Model 2  (Meta AI)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segmentatie als alternatief voor handmatig labelen.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object → SAM2 segmenteert automatisch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pixel-voor-pixel handmatig werk meer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Versnelt het labelproces enorm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Vergelijking: manueel labelen vs. SAM2-assisted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Aandacht voor grenzen: wanneer werkt het niet?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914400"/>
            <a:ext cx="3291840" cy="3383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577840" y="1005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/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66928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Waarom SAM2?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331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Handmatig labelen is de grootste tijdsinvestering bij computer vision. SAM2 maakt dit tot 10× sneller — ook voor niet-technische medewerkers.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Leeropbouw: Van Standaard naar Eigen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645920" cy="1645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1887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Bijeenkomst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Kant-en-klaar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2011680"/>
            <a:ext cx="5029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645920" cy="1645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14600" y="11887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231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Bijeenkomst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model via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dataset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011680"/>
            <a:ext cx="5029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1645920" cy="16459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63440" y="11887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Bijeenkomst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eigen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011680"/>
            <a:ext cx="5029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1645920" cy="1645920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12280" y="11887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2084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Volgende stappen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keuzes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kennisborging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206240"/>
            <a:ext cx="91440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4320" y="42062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stap bouwt voort op de vorige — nog twee bijeenkomsten te gaan, daarna volgend schooljaar een nieuw onderwerp.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Hebben We Geleerd? —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/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is toegankelijker dan gedacht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juiste tools (YOLOv8, Label Studio) kunnen ook niet-AI-specialisten werkende modellen bouwen.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006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/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49240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is de bottleneck, niet het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50–150 eigen foto's zijn genoeg voor een werkende proof-of-concept. Kwaliteit gaat boven kwantiteit.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/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MKB-context maakt het concreet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koffiemachine-demo en eigen productbeelden maakten abstracte AI tastbaar voor bedrijfsdeelnemers.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006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/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Twee niveaus versterken de groep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Gevorderde deelnemers helpen beginners; beginners stellen de vragen die gevorderden niet meer stellen.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Uitdagingen en Observaties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Hardware-diversiteit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4416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varieerden sterk in CPU/GPU. YOLO-inferentie op CPU is mogelijk maar traag; dit vraagt geduld of aanpassing.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0916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Datakwaliteit wisselend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34416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iedereen had 50+ bruikbare foto's meegenomen. Belichting en achtergrond beïnvloeden modelprestaties sterk.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Snelheid vs. diepgang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414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niveaus bedienen vraagt dynamisch modereren. Gevorderden waren soms klaar terwijl beginners nog instelden.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0574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Installatieproblemen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4414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Camera-drivers en Python-omgevingen vereisten troubleshooting. Voorbereide fallback-notebooks hielpen dit op te vangen.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154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Labelkwaliteit vraagt oefening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5387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en nauwkeurig labelen is een vaardigheid op zich. Label Studio-oefening vroeg meer tijd dan verwacht.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3154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naar eigen context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5387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stap van demo-opstelling naar eigen producten/processen vraagt begeleiding — de komende bijeenkomsten richten zich hierop.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Notebook-aanpak: Waarom het Werkt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Notebooks als interactieve werkomgeving per workshop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605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Voordelen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Stap-voor-stap — elke cel één concept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uitvoerbaar — geen aparte IDE nodig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Markdown-uitleg naast code — context altijd zichtbaar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tempo — gevorderden springen door, beginners herhalen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 direct zichtbaar (afbeeldingen, grafieken)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16052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09160" y="1463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Notebooks per workshop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96596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01_Setup_en_Camera_Test.ipynb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02_YOLO_Object_Detection.ipynb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03_Train_Je_Eigen_Model_Interactief.ipynb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04_Labelen_En_Trainen_Eigen_Dataset.ipynb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Totaal: 4 notebooks, volledig gedocumenteerd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43205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Staat Er Nog Op de Planning?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laatste twee bijeenkomsten en het vervolg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/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keuzes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Bijeenkomst 4: belichting, cameratype en edge device kiezen. Welke hardware past bij jouw toepassing?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004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/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4760" y="1463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Kennisborging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Bijeenkomst 5 (laatste vision-bijeenkomst): geleerde lessen vastleggen, documentatie afronden, overdracht borgen.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264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/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1463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Nieuw schooljaar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 schooljaar start de learning community met een nieuw AI-onderwerp. Vision-kennis blijft beschikbaar als basis.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743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/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3429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samenwerking tussen MBO, HBO en bedrijven blijft het fundament. Kennis delen over instellingen heen.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2004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/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9476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Studentprojecten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3429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Studenten Smart Industry koppelen aan bedrijfsvraagstukken — leeromgeving wordt praktijkomgeving.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264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/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Notebooks &amp; materiaal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3429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notebooks en materialen blijven beschikbaar. Deelnemers kunnen zelfstandig verder oefenen.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Dank voor jullie betrokkenheid!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hebben we computer vision van abstract concept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werkende praktijkdemo gebracht.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017520"/>
            <a:ext cx="45720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Learning Community  •  Achterhoek  •  2024–2025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Vision Learning Community: Terugblik op 3 bijeenkomsten</dc:title>
  <dc:subject>PptxGenJS Presentation</dc:subject>
  <dc:creator>Klaas</dc:creator>
  <cp:lastModifiedBy>Klaas</cp:lastModifiedBy>
  <cp:revision>1</cp:revision>
  <dcterms:created xsi:type="dcterms:W3CDTF">2026-03-17T09:32:44Z</dcterms:created>
  <dcterms:modified xsi:type="dcterms:W3CDTF">2026-03-17T09:32:44Z</dcterms:modified>
</cp:coreProperties>
</file>