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2"/>
  </p:notesMasterIdLst>
  <p:sldIdLst>
    <p:sldId id="258" r:id="rId5"/>
    <p:sldId id="273" r:id="rId6"/>
    <p:sldId id="270" r:id="rId7"/>
    <p:sldId id="262" r:id="rId8"/>
    <p:sldId id="263" r:id="rId9"/>
    <p:sldId id="264" r:id="rId10"/>
    <p:sldId id="265" r:id="rId11"/>
    <p:sldId id="271" r:id="rId12"/>
    <p:sldId id="272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56"/>
    <a:srgbClr val="E50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FECAFA-F7CC-4C0E-BFD8-CA5634CBF7F6}" v="39" dt="2026-04-01T08:15:32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73349" autoAdjust="0"/>
  </p:normalViewPr>
  <p:slideViewPr>
    <p:cSldViewPr snapToGrid="0" snapToObjects="1" showGuides="1">
      <p:cViewPr>
        <p:scale>
          <a:sx n="400" d="100"/>
          <a:sy n="400" d="100"/>
        </p:scale>
        <p:origin x="-11885" y="-109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Lautenbach" userId="9482b0b0-b910-4528-8037-599f5f4147d9" providerId="ADAL" clId="{D168CAAE-F8A7-49CE-BA99-4448B0B501EF}"/>
    <pc:docChg chg="undo custSel addSld delSld modSld">
      <pc:chgData name="Thomas Lautenbach" userId="9482b0b0-b910-4528-8037-599f5f4147d9" providerId="ADAL" clId="{D168CAAE-F8A7-49CE-BA99-4448B0B501EF}" dt="2026-04-01T14:12:07.258" v="573" actId="1035"/>
      <pc:docMkLst>
        <pc:docMk/>
      </pc:docMkLst>
      <pc:sldChg chg="addSp modSp mod">
        <pc:chgData name="Thomas Lautenbach" userId="9482b0b0-b910-4528-8037-599f5f4147d9" providerId="ADAL" clId="{D168CAAE-F8A7-49CE-BA99-4448B0B501EF}" dt="2026-03-30T14:20:47.850" v="68" actId="1076"/>
        <pc:sldMkLst>
          <pc:docMk/>
          <pc:sldMk cId="1941131277" sldId="258"/>
        </pc:sldMkLst>
        <pc:spChg chg="add mod">
          <ac:chgData name="Thomas Lautenbach" userId="9482b0b0-b910-4528-8037-599f5f4147d9" providerId="ADAL" clId="{D168CAAE-F8A7-49CE-BA99-4448B0B501EF}" dt="2026-03-30T14:20:47.850" v="68" actId="1076"/>
          <ac:spMkLst>
            <pc:docMk/>
            <pc:sldMk cId="1941131277" sldId="258"/>
            <ac:spMk id="8" creationId="{D484754A-AA97-1B0E-D317-8E4A70009D20}"/>
          </ac:spMkLst>
        </pc:spChg>
        <pc:picChg chg="add">
          <ac:chgData name="Thomas Lautenbach" userId="9482b0b0-b910-4528-8037-599f5f4147d9" providerId="ADAL" clId="{D168CAAE-F8A7-49CE-BA99-4448B0B501EF}" dt="2026-03-30T14:18:33.698" v="0" actId="22"/>
          <ac:picMkLst>
            <pc:docMk/>
            <pc:sldMk cId="1941131277" sldId="258"/>
            <ac:picMk id="6" creationId="{6BF3A6CB-0C19-AA1C-65F7-A26DB2244CBA}"/>
          </ac:picMkLst>
        </pc:picChg>
      </pc:sldChg>
      <pc:sldChg chg="addSp delSp modSp mod">
        <pc:chgData name="Thomas Lautenbach" userId="9482b0b0-b910-4528-8037-599f5f4147d9" providerId="ADAL" clId="{D168CAAE-F8A7-49CE-BA99-4448B0B501EF}" dt="2026-03-30T14:36:36.338" v="542" actId="22"/>
        <pc:sldMkLst>
          <pc:docMk/>
          <pc:sldMk cId="2223807474" sldId="262"/>
        </pc:sldMkLst>
        <pc:spChg chg="mod">
          <ac:chgData name="Thomas Lautenbach" userId="9482b0b0-b910-4528-8037-599f5f4147d9" providerId="ADAL" clId="{D168CAAE-F8A7-49CE-BA99-4448B0B501EF}" dt="2026-03-30T14:21:22.974" v="78" actId="27636"/>
          <ac:spMkLst>
            <pc:docMk/>
            <pc:sldMk cId="2223807474" sldId="262"/>
            <ac:spMk id="4" creationId="{0C130645-8346-D193-7D50-07455A2FDDB2}"/>
          </ac:spMkLst>
        </pc:spChg>
        <pc:picChg chg="add">
          <ac:chgData name="Thomas Lautenbach" userId="9482b0b0-b910-4528-8037-599f5f4147d9" providerId="ADAL" clId="{D168CAAE-F8A7-49CE-BA99-4448B0B501EF}" dt="2026-03-30T14:36:36.338" v="542" actId="22"/>
          <ac:picMkLst>
            <pc:docMk/>
            <pc:sldMk cId="2223807474" sldId="262"/>
            <ac:picMk id="11" creationId="{F0D4ED89-2C34-91FE-DE49-4600EB39CE62}"/>
          </ac:picMkLst>
        </pc:picChg>
      </pc:sldChg>
      <pc:sldChg chg="addSp modSp mod">
        <pc:chgData name="Thomas Lautenbach" userId="9482b0b0-b910-4528-8037-599f5f4147d9" providerId="ADAL" clId="{D168CAAE-F8A7-49CE-BA99-4448B0B501EF}" dt="2026-03-30T14:22:41.600" v="162" actId="1076"/>
        <pc:sldMkLst>
          <pc:docMk/>
          <pc:sldMk cId="2205947534" sldId="263"/>
        </pc:sldMkLst>
        <pc:spChg chg="mod">
          <ac:chgData name="Thomas Lautenbach" userId="9482b0b0-b910-4528-8037-599f5f4147d9" providerId="ADAL" clId="{D168CAAE-F8A7-49CE-BA99-4448B0B501EF}" dt="2026-03-30T14:22:27.626" v="160" actId="20577"/>
          <ac:spMkLst>
            <pc:docMk/>
            <pc:sldMk cId="2205947534" sldId="263"/>
            <ac:spMk id="4" creationId="{F07371E7-8EB1-56EF-E06D-8459900F8B1C}"/>
          </ac:spMkLst>
        </pc:spChg>
        <pc:picChg chg="add mod">
          <ac:chgData name="Thomas Lautenbach" userId="9482b0b0-b910-4528-8037-599f5f4147d9" providerId="ADAL" clId="{D168CAAE-F8A7-49CE-BA99-4448B0B501EF}" dt="2026-03-30T14:22:41.600" v="162" actId="1076"/>
          <ac:picMkLst>
            <pc:docMk/>
            <pc:sldMk cId="2205947534" sldId="263"/>
            <ac:picMk id="6" creationId="{50A0403F-6ED6-27E9-BFC2-170A714AE4BB}"/>
          </ac:picMkLst>
        </pc:picChg>
      </pc:sldChg>
      <pc:sldChg chg="addSp delSp modSp mod">
        <pc:chgData name="Thomas Lautenbach" userId="9482b0b0-b910-4528-8037-599f5f4147d9" providerId="ADAL" clId="{D168CAAE-F8A7-49CE-BA99-4448B0B501EF}" dt="2026-03-30T14:36:54.177" v="545" actId="1076"/>
        <pc:sldMkLst>
          <pc:docMk/>
          <pc:sldMk cId="2529326228" sldId="264"/>
        </pc:sldMkLst>
        <pc:spChg chg="mod">
          <ac:chgData name="Thomas Lautenbach" userId="9482b0b0-b910-4528-8037-599f5f4147d9" providerId="ADAL" clId="{D168CAAE-F8A7-49CE-BA99-4448B0B501EF}" dt="2026-03-30T14:23:25.744" v="172" actId="20577"/>
          <ac:spMkLst>
            <pc:docMk/>
            <pc:sldMk cId="2529326228" sldId="264"/>
            <ac:spMk id="4" creationId="{BD227E1F-09E6-5457-0849-B8EA107C16D4}"/>
          </ac:spMkLst>
        </pc:spChg>
        <pc:picChg chg="add mod">
          <ac:chgData name="Thomas Lautenbach" userId="9482b0b0-b910-4528-8037-599f5f4147d9" providerId="ADAL" clId="{D168CAAE-F8A7-49CE-BA99-4448B0B501EF}" dt="2026-03-30T14:36:54.177" v="545" actId="1076"/>
          <ac:picMkLst>
            <pc:docMk/>
            <pc:sldMk cId="2529326228" sldId="264"/>
            <ac:picMk id="10" creationId="{508D7199-0F40-AA5C-588A-6E8E02EC8468}"/>
          </ac:picMkLst>
        </pc:picChg>
      </pc:sldChg>
      <pc:sldChg chg="addSp delSp modSp mod">
        <pc:chgData name="Thomas Lautenbach" userId="9482b0b0-b910-4528-8037-599f5f4147d9" providerId="ADAL" clId="{D168CAAE-F8A7-49CE-BA99-4448B0B501EF}" dt="2026-03-30T14:24:11.567" v="178" actId="22"/>
        <pc:sldMkLst>
          <pc:docMk/>
          <pc:sldMk cId="1408198955" sldId="265"/>
        </pc:sldMkLst>
        <pc:spChg chg="mod">
          <ac:chgData name="Thomas Lautenbach" userId="9482b0b0-b910-4528-8037-599f5f4147d9" providerId="ADAL" clId="{D168CAAE-F8A7-49CE-BA99-4448B0B501EF}" dt="2026-03-30T14:23:43.336" v="177" actId="6549"/>
          <ac:spMkLst>
            <pc:docMk/>
            <pc:sldMk cId="1408198955" sldId="265"/>
            <ac:spMk id="4" creationId="{C2A9C80E-A95F-6971-C3F8-0AA05761DD71}"/>
          </ac:spMkLst>
        </pc:spChg>
        <pc:picChg chg="add">
          <ac:chgData name="Thomas Lautenbach" userId="9482b0b0-b910-4528-8037-599f5f4147d9" providerId="ADAL" clId="{D168CAAE-F8A7-49CE-BA99-4448B0B501EF}" dt="2026-03-30T14:24:11.567" v="178" actId="22"/>
          <ac:picMkLst>
            <pc:docMk/>
            <pc:sldMk cId="1408198955" sldId="265"/>
            <ac:picMk id="8" creationId="{C83E429A-1B63-5E87-0F68-318E8807895D}"/>
          </ac:picMkLst>
        </pc:picChg>
      </pc:sldChg>
      <pc:sldChg chg="addSp delSp modSp add mod">
        <pc:chgData name="Thomas Lautenbach" userId="9482b0b0-b910-4528-8037-599f5f4147d9" providerId="ADAL" clId="{D168CAAE-F8A7-49CE-BA99-4448B0B501EF}" dt="2026-03-30T14:36:20.719" v="538" actId="22"/>
        <pc:sldMkLst>
          <pc:docMk/>
          <pc:sldMk cId="825878303" sldId="270"/>
        </pc:sldMkLst>
        <pc:spChg chg="mod">
          <ac:chgData name="Thomas Lautenbach" userId="9482b0b0-b910-4528-8037-599f5f4147d9" providerId="ADAL" clId="{D168CAAE-F8A7-49CE-BA99-4448B0B501EF}" dt="2026-03-30T14:20:30.954" v="64" actId="20577"/>
          <ac:spMkLst>
            <pc:docMk/>
            <pc:sldMk cId="825878303" sldId="270"/>
            <ac:spMk id="4" creationId="{02288F42-EE2F-7A69-47B2-DAF6D537194F}"/>
          </ac:spMkLst>
        </pc:spChg>
        <pc:picChg chg="add">
          <ac:chgData name="Thomas Lautenbach" userId="9482b0b0-b910-4528-8037-599f5f4147d9" providerId="ADAL" clId="{D168CAAE-F8A7-49CE-BA99-4448B0B501EF}" dt="2026-03-30T14:36:20.719" v="538" actId="22"/>
          <ac:picMkLst>
            <pc:docMk/>
            <pc:sldMk cId="825878303" sldId="270"/>
            <ac:picMk id="9" creationId="{66065016-30F3-AD6B-D902-CEC1880CE2A1}"/>
          </ac:picMkLst>
        </pc:picChg>
      </pc:sldChg>
      <pc:sldChg chg="addSp modSp new mod">
        <pc:chgData name="Thomas Lautenbach" userId="9482b0b0-b910-4528-8037-599f5f4147d9" providerId="ADAL" clId="{D168CAAE-F8A7-49CE-BA99-4448B0B501EF}" dt="2026-03-30T14:25:00.074" v="191" actId="1076"/>
        <pc:sldMkLst>
          <pc:docMk/>
          <pc:sldMk cId="3912026700" sldId="271"/>
        </pc:sldMkLst>
        <pc:spChg chg="mod">
          <ac:chgData name="Thomas Lautenbach" userId="9482b0b0-b910-4528-8037-599f5f4147d9" providerId="ADAL" clId="{D168CAAE-F8A7-49CE-BA99-4448B0B501EF}" dt="2026-03-30T14:25:00.074" v="191" actId="1076"/>
          <ac:spMkLst>
            <pc:docMk/>
            <pc:sldMk cId="3912026700" sldId="271"/>
            <ac:spMk id="4" creationId="{B34F04CC-6AE1-D6ED-6843-0F9A58FE4A90}"/>
          </ac:spMkLst>
        </pc:spChg>
        <pc:picChg chg="add">
          <ac:chgData name="Thomas Lautenbach" userId="9482b0b0-b910-4528-8037-599f5f4147d9" providerId="ADAL" clId="{D168CAAE-F8A7-49CE-BA99-4448B0B501EF}" dt="2026-03-30T14:24:44.159" v="180" actId="22"/>
          <ac:picMkLst>
            <pc:docMk/>
            <pc:sldMk cId="3912026700" sldId="271"/>
            <ac:picMk id="6" creationId="{44CDE65E-39B6-3C8F-31A2-9252060F6E08}"/>
          </ac:picMkLst>
        </pc:picChg>
      </pc:sldChg>
      <pc:sldChg chg="addSp modSp new mod">
        <pc:chgData name="Thomas Lautenbach" userId="9482b0b0-b910-4528-8037-599f5f4147d9" providerId="ADAL" clId="{D168CAAE-F8A7-49CE-BA99-4448B0B501EF}" dt="2026-04-01T14:12:07.258" v="573" actId="1035"/>
        <pc:sldMkLst>
          <pc:docMk/>
          <pc:sldMk cId="463423561" sldId="272"/>
        </pc:sldMkLst>
        <pc:picChg chg="add mod">
          <ac:chgData name="Thomas Lautenbach" userId="9482b0b0-b910-4528-8037-599f5f4147d9" providerId="ADAL" clId="{D168CAAE-F8A7-49CE-BA99-4448B0B501EF}" dt="2026-03-30T14:27:34.341" v="252" actId="1076"/>
          <ac:picMkLst>
            <pc:docMk/>
            <pc:sldMk cId="463423561" sldId="272"/>
            <ac:picMk id="6" creationId="{8C6C3849-727F-9DCE-2756-EF5B3376AAE5}"/>
          </ac:picMkLst>
        </pc:picChg>
        <pc:picChg chg="add mod modCrop">
          <ac:chgData name="Thomas Lautenbach" userId="9482b0b0-b910-4528-8037-599f5f4147d9" providerId="ADAL" clId="{D168CAAE-F8A7-49CE-BA99-4448B0B501EF}" dt="2026-04-01T14:12:07.258" v="573" actId="1035"/>
          <ac:picMkLst>
            <pc:docMk/>
            <pc:sldMk cId="463423561" sldId="272"/>
            <ac:picMk id="8" creationId="{4AC1840E-3D06-ADF8-8A25-A9015CE07B76}"/>
          </ac:picMkLst>
        </pc:picChg>
        <pc:picChg chg="add mod">
          <ac:chgData name="Thomas Lautenbach" userId="9482b0b0-b910-4528-8037-599f5f4147d9" providerId="ADAL" clId="{D168CAAE-F8A7-49CE-BA99-4448B0B501EF}" dt="2026-03-30T14:27:39.530" v="255" actId="1076"/>
          <ac:picMkLst>
            <pc:docMk/>
            <pc:sldMk cId="463423561" sldId="272"/>
            <ac:picMk id="10" creationId="{0320BB11-2DC1-886E-F0CA-2B7FF0C2FE04}"/>
          </ac:picMkLst>
        </pc:picChg>
      </pc:sldChg>
      <pc:sldChg chg="new">
        <pc:chgData name="Thomas Lautenbach" userId="9482b0b0-b910-4528-8037-599f5f4147d9" providerId="ADAL" clId="{D168CAAE-F8A7-49CE-BA99-4448B0B501EF}" dt="2026-03-30T14:25:19.011" v="194" actId="680"/>
        <pc:sldMkLst>
          <pc:docMk/>
          <pc:sldMk cId="2020946292" sldId="273"/>
        </pc:sldMkLst>
      </pc:sldChg>
      <pc:sldChg chg="addSp delSp modSp new mod">
        <pc:chgData name="Thomas Lautenbach" userId="9482b0b0-b910-4528-8037-599f5f4147d9" providerId="ADAL" clId="{D168CAAE-F8A7-49CE-BA99-4448B0B501EF}" dt="2026-03-30T14:30:45.019" v="356" actId="478"/>
        <pc:sldMkLst>
          <pc:docMk/>
          <pc:sldMk cId="3853896535" sldId="274"/>
        </pc:sldMkLst>
        <pc:spChg chg="mod">
          <ac:chgData name="Thomas Lautenbach" userId="9482b0b0-b910-4528-8037-599f5f4147d9" providerId="ADAL" clId="{D168CAAE-F8A7-49CE-BA99-4448B0B501EF}" dt="2026-03-30T14:30:41.686" v="355" actId="20577"/>
          <ac:spMkLst>
            <pc:docMk/>
            <pc:sldMk cId="3853896535" sldId="274"/>
            <ac:spMk id="4" creationId="{5980B95B-FCC7-85D4-7947-09CCD246D2A3}"/>
          </ac:spMkLst>
        </pc:spChg>
        <pc:picChg chg="add mod modCrop">
          <ac:chgData name="Thomas Lautenbach" userId="9482b0b0-b910-4528-8037-599f5f4147d9" providerId="ADAL" clId="{D168CAAE-F8A7-49CE-BA99-4448B0B501EF}" dt="2026-03-30T14:30:24.611" v="351" actId="732"/>
          <ac:picMkLst>
            <pc:docMk/>
            <pc:sldMk cId="3853896535" sldId="274"/>
            <ac:picMk id="11" creationId="{E8EABD53-2EBB-54B6-1214-9DC42E9D4E89}"/>
          </ac:picMkLst>
        </pc:picChg>
      </pc:sldChg>
      <pc:sldChg chg="modSp new mod">
        <pc:chgData name="Thomas Lautenbach" userId="9482b0b0-b910-4528-8037-599f5f4147d9" providerId="ADAL" clId="{D168CAAE-F8A7-49CE-BA99-4448B0B501EF}" dt="2026-03-30T14:31:10.392" v="380" actId="20577"/>
        <pc:sldMkLst>
          <pc:docMk/>
          <pc:sldMk cId="3340259277" sldId="275"/>
        </pc:sldMkLst>
        <pc:spChg chg="mod">
          <ac:chgData name="Thomas Lautenbach" userId="9482b0b0-b910-4528-8037-599f5f4147d9" providerId="ADAL" clId="{D168CAAE-F8A7-49CE-BA99-4448B0B501EF}" dt="2026-03-30T14:31:10.392" v="380" actId="20577"/>
          <ac:spMkLst>
            <pc:docMk/>
            <pc:sldMk cId="3340259277" sldId="275"/>
            <ac:spMk id="4" creationId="{CAF1D133-9EC5-D4ED-17DB-7B35606350FC}"/>
          </ac:spMkLst>
        </pc:spChg>
      </pc:sldChg>
      <pc:sldChg chg="addSp delSp modSp new mod">
        <pc:chgData name="Thomas Lautenbach" userId="9482b0b0-b910-4528-8037-599f5f4147d9" providerId="ADAL" clId="{D168CAAE-F8A7-49CE-BA99-4448B0B501EF}" dt="2026-03-30T14:32:01.905" v="441" actId="1038"/>
        <pc:sldMkLst>
          <pc:docMk/>
          <pc:sldMk cId="1680328456" sldId="276"/>
        </pc:sldMkLst>
        <pc:spChg chg="mod ord">
          <ac:chgData name="Thomas Lautenbach" userId="9482b0b0-b910-4528-8037-599f5f4147d9" providerId="ADAL" clId="{D168CAAE-F8A7-49CE-BA99-4448B0B501EF}" dt="2026-03-30T14:32:01.905" v="441" actId="1038"/>
          <ac:spMkLst>
            <pc:docMk/>
            <pc:sldMk cId="1680328456" sldId="276"/>
            <ac:spMk id="4" creationId="{C9789928-FFE0-B81F-6D3A-8421463FDC1E}"/>
          </ac:spMkLst>
        </pc:spChg>
        <pc:picChg chg="add mod">
          <ac:chgData name="Thomas Lautenbach" userId="9482b0b0-b910-4528-8037-599f5f4147d9" providerId="ADAL" clId="{D168CAAE-F8A7-49CE-BA99-4448B0B501EF}" dt="2026-03-30T14:31:33.538" v="387" actId="1076"/>
          <ac:picMkLst>
            <pc:docMk/>
            <pc:sldMk cId="1680328456" sldId="276"/>
            <ac:picMk id="8" creationId="{D2B505C4-E653-613A-0E22-4A984D1C5266}"/>
          </ac:picMkLst>
        </pc:picChg>
      </pc:sldChg>
      <pc:sldChg chg="addSp modSp new mod">
        <pc:chgData name="Thomas Lautenbach" userId="9482b0b0-b910-4528-8037-599f5f4147d9" providerId="ADAL" clId="{D168CAAE-F8A7-49CE-BA99-4448B0B501EF}" dt="2026-03-30T14:34:25.282" v="512" actId="27636"/>
        <pc:sldMkLst>
          <pc:docMk/>
          <pc:sldMk cId="1165400443" sldId="277"/>
        </pc:sldMkLst>
        <pc:spChg chg="mod">
          <ac:chgData name="Thomas Lautenbach" userId="9482b0b0-b910-4528-8037-599f5f4147d9" providerId="ADAL" clId="{D168CAAE-F8A7-49CE-BA99-4448B0B501EF}" dt="2026-03-30T14:34:25.282" v="512" actId="27636"/>
          <ac:spMkLst>
            <pc:docMk/>
            <pc:sldMk cId="1165400443" sldId="277"/>
            <ac:spMk id="4" creationId="{8C714A3A-C4B3-84DB-1ED3-125F40B9BDEC}"/>
          </ac:spMkLst>
        </pc:spChg>
        <pc:picChg chg="add mod">
          <ac:chgData name="Thomas Lautenbach" userId="9482b0b0-b910-4528-8037-599f5f4147d9" providerId="ADAL" clId="{D168CAAE-F8A7-49CE-BA99-4448B0B501EF}" dt="2026-03-30T14:32:24.623" v="444" actId="1076"/>
          <ac:picMkLst>
            <pc:docMk/>
            <pc:sldMk cId="1165400443" sldId="277"/>
            <ac:picMk id="6" creationId="{E56F0089-99A1-2D90-D47A-B1E572A10003}"/>
          </ac:picMkLst>
        </pc:picChg>
      </pc:sldChg>
      <pc:sldChg chg="addSp modSp new mod">
        <pc:chgData name="Thomas Lautenbach" userId="9482b0b0-b910-4528-8037-599f5f4147d9" providerId="ADAL" clId="{D168CAAE-F8A7-49CE-BA99-4448B0B501EF}" dt="2026-03-30T14:34:21.741" v="510" actId="20577"/>
        <pc:sldMkLst>
          <pc:docMk/>
          <pc:sldMk cId="990309983" sldId="278"/>
        </pc:sldMkLst>
        <pc:spChg chg="mod ord">
          <ac:chgData name="Thomas Lautenbach" userId="9482b0b0-b910-4528-8037-599f5f4147d9" providerId="ADAL" clId="{D168CAAE-F8A7-49CE-BA99-4448B0B501EF}" dt="2026-03-30T14:34:21.741" v="510" actId="20577"/>
          <ac:spMkLst>
            <pc:docMk/>
            <pc:sldMk cId="990309983" sldId="278"/>
            <ac:spMk id="4" creationId="{BB927F3C-3EEC-E2EF-FF95-8DC6E522B337}"/>
          </ac:spMkLst>
        </pc:spChg>
        <pc:picChg chg="add mod">
          <ac:chgData name="Thomas Lautenbach" userId="9482b0b0-b910-4528-8037-599f5f4147d9" providerId="ADAL" clId="{D168CAAE-F8A7-49CE-BA99-4448B0B501EF}" dt="2026-03-30T14:33:24.738" v="482" actId="1038"/>
          <ac:picMkLst>
            <pc:docMk/>
            <pc:sldMk cId="990309983" sldId="278"/>
            <ac:picMk id="6" creationId="{99B621D0-BCBA-6CE5-E827-1F6D300D5483}"/>
          </ac:picMkLst>
        </pc:picChg>
      </pc:sldChg>
      <pc:sldChg chg="addSp modSp new mod">
        <pc:chgData name="Thomas Lautenbach" userId="9482b0b0-b910-4528-8037-599f5f4147d9" providerId="ADAL" clId="{D168CAAE-F8A7-49CE-BA99-4448B0B501EF}" dt="2026-03-30T14:34:16.988" v="505" actId="20577"/>
        <pc:sldMkLst>
          <pc:docMk/>
          <pc:sldMk cId="2711283886" sldId="279"/>
        </pc:sldMkLst>
        <pc:spChg chg="mod">
          <ac:chgData name="Thomas Lautenbach" userId="9482b0b0-b910-4528-8037-599f5f4147d9" providerId="ADAL" clId="{D168CAAE-F8A7-49CE-BA99-4448B0B501EF}" dt="2026-03-30T14:34:16.988" v="505" actId="20577"/>
          <ac:spMkLst>
            <pc:docMk/>
            <pc:sldMk cId="2711283886" sldId="279"/>
            <ac:spMk id="4" creationId="{64F571A5-6D50-B710-8AC2-F555F9B012BF}"/>
          </ac:spMkLst>
        </pc:spChg>
        <pc:picChg chg="add mod ord">
          <ac:chgData name="Thomas Lautenbach" userId="9482b0b0-b910-4528-8037-599f5f4147d9" providerId="ADAL" clId="{D168CAAE-F8A7-49CE-BA99-4448B0B501EF}" dt="2026-03-30T14:33:58.994" v="498" actId="1037"/>
          <ac:picMkLst>
            <pc:docMk/>
            <pc:sldMk cId="2711283886" sldId="279"/>
            <ac:picMk id="6" creationId="{8AD78A76-1156-53BB-4F26-06A49F0BBFAA}"/>
          </ac:picMkLst>
        </pc:picChg>
      </pc:sldChg>
      <pc:sldChg chg="addSp modSp new mod">
        <pc:chgData name="Thomas Lautenbach" userId="9482b0b0-b910-4528-8037-599f5f4147d9" providerId="ADAL" clId="{D168CAAE-F8A7-49CE-BA99-4448B0B501EF}" dt="2026-03-30T14:34:59.195" v="519"/>
        <pc:sldMkLst>
          <pc:docMk/>
          <pc:sldMk cId="3662474542" sldId="280"/>
        </pc:sldMkLst>
        <pc:spChg chg="mod">
          <ac:chgData name="Thomas Lautenbach" userId="9482b0b0-b910-4528-8037-599f5f4147d9" providerId="ADAL" clId="{D168CAAE-F8A7-49CE-BA99-4448B0B501EF}" dt="2026-03-30T14:34:59.195" v="519"/>
          <ac:spMkLst>
            <pc:docMk/>
            <pc:sldMk cId="3662474542" sldId="280"/>
            <ac:spMk id="4" creationId="{FA1663B3-9703-47EB-F336-683D578B63F8}"/>
          </ac:spMkLst>
        </pc:spChg>
        <pc:picChg chg="add mod">
          <ac:chgData name="Thomas Lautenbach" userId="9482b0b0-b910-4528-8037-599f5f4147d9" providerId="ADAL" clId="{D168CAAE-F8A7-49CE-BA99-4448B0B501EF}" dt="2026-03-30T14:34:50.933" v="514" actId="1076"/>
          <ac:picMkLst>
            <pc:docMk/>
            <pc:sldMk cId="3662474542" sldId="280"/>
            <ac:picMk id="6" creationId="{35AE4618-1001-1D1A-E73C-D233A18D8654}"/>
          </ac:picMkLst>
        </pc:picChg>
      </pc:sldChg>
      <pc:sldChg chg="addSp modSp new mod">
        <pc:chgData name="Thomas Lautenbach" userId="9482b0b0-b910-4528-8037-599f5f4147d9" providerId="ADAL" clId="{D168CAAE-F8A7-49CE-BA99-4448B0B501EF}" dt="2026-03-30T14:35:37.877" v="529" actId="27636"/>
        <pc:sldMkLst>
          <pc:docMk/>
          <pc:sldMk cId="564009184" sldId="281"/>
        </pc:sldMkLst>
        <pc:spChg chg="mod">
          <ac:chgData name="Thomas Lautenbach" userId="9482b0b0-b910-4528-8037-599f5f4147d9" providerId="ADAL" clId="{D168CAAE-F8A7-49CE-BA99-4448B0B501EF}" dt="2026-03-30T14:35:37.877" v="529" actId="27636"/>
          <ac:spMkLst>
            <pc:docMk/>
            <pc:sldMk cId="564009184" sldId="281"/>
            <ac:spMk id="4" creationId="{6013AD35-9FC5-6747-CC6C-79A3AEF74C0D}"/>
          </ac:spMkLst>
        </pc:spChg>
        <pc:picChg chg="add mod">
          <ac:chgData name="Thomas Lautenbach" userId="9482b0b0-b910-4528-8037-599f5f4147d9" providerId="ADAL" clId="{D168CAAE-F8A7-49CE-BA99-4448B0B501EF}" dt="2026-03-30T14:35:26.284" v="521" actId="1076"/>
          <ac:picMkLst>
            <pc:docMk/>
            <pc:sldMk cId="564009184" sldId="281"/>
            <ac:picMk id="6" creationId="{B787F32A-F4DF-B58F-90B4-FC5615493453}"/>
          </ac:picMkLst>
        </pc:picChg>
      </pc:sldChg>
      <pc:sldChg chg="add del">
        <pc:chgData name="Thomas Lautenbach" userId="9482b0b0-b910-4528-8037-599f5f4147d9" providerId="ADAL" clId="{D168CAAE-F8A7-49CE-BA99-4448B0B501EF}" dt="2026-04-01T07:30:07.377" v="547" actId="2696"/>
        <pc:sldMkLst>
          <pc:docMk/>
          <pc:sldMk cId="3747410305" sldId="282"/>
        </pc:sldMkLst>
      </pc:sldChg>
      <pc:sldChg chg="add del">
        <pc:chgData name="Thomas Lautenbach" userId="9482b0b0-b910-4528-8037-599f5f4147d9" providerId="ADAL" clId="{D168CAAE-F8A7-49CE-BA99-4448B0B501EF}" dt="2026-04-01T08:15:32.478" v="549"/>
        <pc:sldMkLst>
          <pc:docMk/>
          <pc:sldMk cId="3794623986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16261007-D337-4A97-AF82-811F77BE9512}" type="datetimeFigureOut">
              <a:rPr lang="nl-NL" smtClean="0"/>
              <a:pPr/>
              <a:t>1-4-2026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5EB975E7-4466-4875-9780-79F85FC725BE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9989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A([START: </a:t>
            </a:r>
            <a:r>
              <a:rPr lang="nl-NL" dirty="0" err="1"/>
              <a:t>Vision</a:t>
            </a:r>
            <a:r>
              <a:rPr lang="nl-NL" dirty="0"/>
              <a:t> systeem nodig]) --&gt; B{Wat moet het systeem doen?}</a:t>
            </a:r>
          </a:p>
          <a:p>
            <a:endParaRPr lang="nl-NL" dirty="0"/>
          </a:p>
          <a:p>
            <a:r>
              <a:rPr lang="nl-NL" dirty="0"/>
              <a:t>    B --&gt; |Meten / Positiebepaling| C1{Maattolerantie kleiner dan 0.1mm?}</a:t>
            </a:r>
          </a:p>
          <a:p>
            <a:r>
              <a:rPr lang="nl-NL" dirty="0"/>
              <a:t>    B --&gt; |Defect detectie| C2{Defecten variabel of onvoorspelbaar?}</a:t>
            </a:r>
          </a:p>
          <a:p>
            <a:r>
              <a:rPr lang="nl-NL" dirty="0"/>
              <a:t>    B --&gt; |Aanwezigheid / telling| C3[Eenvoudige aanwezigheidscheck]</a:t>
            </a:r>
          </a:p>
          <a:p>
            <a:r>
              <a:rPr lang="nl-NL" dirty="0"/>
              <a:t>    B --&gt; |Identificatie / OCR / barcode| C4[Lezen of herkennen]</a:t>
            </a:r>
          </a:p>
          <a:p>
            <a:endParaRPr lang="nl-NL" dirty="0"/>
          </a:p>
          <a:p>
            <a:r>
              <a:rPr lang="nl-NL" dirty="0"/>
              <a:t>    C1 --&gt; |Ja| D1[3D </a:t>
            </a:r>
            <a:r>
              <a:rPr lang="nl-NL" dirty="0" err="1"/>
              <a:t>Vision</a:t>
            </a:r>
            <a:r>
              <a:rPr lang="nl-NL" dirty="0"/>
              <a:t> of Lijnscancamera]</a:t>
            </a:r>
          </a:p>
          <a:p>
            <a:r>
              <a:rPr lang="nl-NL" dirty="0"/>
              <a:t>    C1 --&gt; |Nee| D2[2D Area scan camera]</a:t>
            </a:r>
          </a:p>
          <a:p>
            <a:endParaRPr lang="nl-NL" dirty="0"/>
          </a:p>
          <a:p>
            <a:r>
              <a:rPr lang="nl-NL" dirty="0"/>
              <a:t>    C2 --&gt; |Ja, veel variatie| D3[</a:t>
            </a:r>
            <a:r>
              <a:rPr lang="nl-NL" dirty="0" err="1"/>
              <a:t>Deep</a:t>
            </a:r>
            <a:r>
              <a:rPr lang="nl-NL" dirty="0"/>
              <a:t> Learning]</a:t>
            </a:r>
          </a:p>
          <a:p>
            <a:r>
              <a:rPr lang="nl-NL" dirty="0"/>
              <a:t>    C2 --&gt; |Nee, vaste patronen| D4[Traditionele </a:t>
            </a:r>
            <a:r>
              <a:rPr lang="nl-NL" dirty="0" err="1"/>
              <a:t>Vision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C3 --&gt; D4</a:t>
            </a:r>
          </a:p>
          <a:p>
            <a:r>
              <a:rPr lang="nl-NL" dirty="0"/>
              <a:t>    C4 --&gt; D4</a:t>
            </a:r>
          </a:p>
          <a:p>
            <a:endParaRPr lang="nl-NL" dirty="0"/>
          </a:p>
          <a:p>
            <a:r>
              <a:rPr lang="nl-NL" dirty="0"/>
              <a:t>    D3 --&gt; E1{Budget?}</a:t>
            </a:r>
          </a:p>
          <a:p>
            <a:r>
              <a:rPr lang="nl-NL" dirty="0"/>
              <a:t>    D4 --&gt; E2{Budget?}</a:t>
            </a:r>
          </a:p>
          <a:p>
            <a:r>
              <a:rPr lang="nl-NL" dirty="0"/>
              <a:t>    D1 --&gt; E1</a:t>
            </a:r>
          </a:p>
          <a:p>
            <a:r>
              <a:rPr lang="nl-NL" dirty="0"/>
              <a:t>    D2 --&gt; E2</a:t>
            </a:r>
          </a:p>
          <a:p>
            <a:endParaRPr lang="nl-NL" dirty="0"/>
          </a:p>
          <a:p>
            <a:r>
              <a:rPr lang="nl-NL" dirty="0"/>
              <a:t>    E1 --&gt; |groter dan 15.000 euro| F1[PC-</a:t>
            </a:r>
            <a:r>
              <a:rPr lang="nl-NL" dirty="0" err="1"/>
              <a:t>based</a:t>
            </a:r>
            <a:r>
              <a:rPr lang="nl-NL" dirty="0"/>
              <a:t> systeem met GPU]</a:t>
            </a:r>
          </a:p>
          <a:p>
            <a:r>
              <a:rPr lang="nl-NL" dirty="0"/>
              <a:t>    E1 --&gt; |5.000 tot 15.000 euro| F2[</a:t>
            </a:r>
            <a:r>
              <a:rPr lang="nl-NL" dirty="0" err="1"/>
              <a:t>Edge</a:t>
            </a:r>
            <a:r>
              <a:rPr lang="nl-NL" dirty="0"/>
              <a:t> AI device bijv. NVIDIA </a:t>
            </a:r>
            <a:r>
              <a:rPr lang="nl-NL" dirty="0" err="1"/>
              <a:t>Jetson</a:t>
            </a:r>
            <a:r>
              <a:rPr lang="nl-NL" dirty="0"/>
              <a:t>]</a:t>
            </a:r>
          </a:p>
          <a:p>
            <a:r>
              <a:rPr lang="nl-NL" dirty="0"/>
              <a:t>    E1 --&gt; |500 tot 5.000 euro| F3[</a:t>
            </a:r>
            <a:r>
              <a:rPr lang="nl-NL" dirty="0" err="1"/>
              <a:t>Raspberry</a:t>
            </a:r>
            <a:r>
              <a:rPr lang="nl-NL" dirty="0"/>
              <a:t> Pi 5 met Hailo AI HAT]</a:t>
            </a:r>
          </a:p>
          <a:p>
            <a:r>
              <a:rPr lang="nl-NL" dirty="0"/>
              <a:t>    E1 --&gt; |kleiner dan 500 euro| F4[</a:t>
            </a:r>
            <a:r>
              <a:rPr lang="nl-NL" dirty="0" err="1"/>
              <a:t>Raspberry</a:t>
            </a:r>
            <a:r>
              <a:rPr lang="nl-NL" dirty="0"/>
              <a:t> Pi 4 of Pi Zero 2W - beperkte AI]</a:t>
            </a:r>
          </a:p>
          <a:p>
            <a:endParaRPr lang="nl-NL" dirty="0"/>
          </a:p>
          <a:p>
            <a:r>
              <a:rPr lang="nl-NL" dirty="0"/>
              <a:t>    E2 --&gt; |groter dan 10.000 euro| F5[PC-</a:t>
            </a:r>
            <a:r>
              <a:rPr lang="nl-NL" dirty="0" err="1"/>
              <a:t>based</a:t>
            </a:r>
            <a:r>
              <a:rPr lang="nl-NL" dirty="0"/>
              <a:t> systeem]</a:t>
            </a:r>
          </a:p>
          <a:p>
            <a:r>
              <a:rPr lang="nl-NL" dirty="0"/>
              <a:t>    E2 --&gt; |3.000 tot 10.000 euro| F6[Smart Camera of Compact </a:t>
            </a:r>
            <a:r>
              <a:rPr lang="nl-NL" dirty="0" err="1"/>
              <a:t>Vision</a:t>
            </a:r>
            <a:r>
              <a:rPr lang="nl-NL" dirty="0"/>
              <a:t>]</a:t>
            </a:r>
          </a:p>
          <a:p>
            <a:r>
              <a:rPr lang="nl-NL" dirty="0"/>
              <a:t>    E2 --&gt; |100 tot 3.000 euro| F7[USB3 camera met laptop of PC]</a:t>
            </a:r>
          </a:p>
          <a:p>
            <a:r>
              <a:rPr lang="nl-NL" dirty="0"/>
              <a:t>    E2 --&gt; |kleiner dan 100 euro| F8[</a:t>
            </a:r>
            <a:r>
              <a:rPr lang="nl-NL" dirty="0" err="1"/>
              <a:t>Raspberry</a:t>
            </a:r>
            <a:r>
              <a:rPr lang="nl-NL" dirty="0"/>
              <a:t> Pi Camera Module - eenvoudige taken]</a:t>
            </a:r>
          </a:p>
          <a:p>
            <a:endParaRPr lang="nl-NL" dirty="0"/>
          </a:p>
          <a:p>
            <a:r>
              <a:rPr lang="nl-NL" dirty="0"/>
              <a:t>    F1 --&gt; G([Ga naar verdiepte boom: Camera + Interface + Belichting + </a:t>
            </a:r>
            <a:r>
              <a:rPr lang="nl-NL" dirty="0" err="1"/>
              <a:t>Calibratie</a:t>
            </a:r>
            <a:r>
              <a:rPr lang="nl-NL" dirty="0"/>
              <a:t>])</a:t>
            </a:r>
          </a:p>
          <a:p>
            <a:r>
              <a:rPr lang="nl-NL" dirty="0"/>
              <a:t>    F2 --&gt; G</a:t>
            </a:r>
          </a:p>
          <a:p>
            <a:r>
              <a:rPr lang="nl-NL" dirty="0"/>
              <a:t>    F3 --&gt; G</a:t>
            </a:r>
          </a:p>
          <a:p>
            <a:r>
              <a:rPr lang="nl-NL" dirty="0"/>
              <a:t>    F4 --&gt; G</a:t>
            </a:r>
          </a:p>
          <a:p>
            <a:r>
              <a:rPr lang="nl-NL" dirty="0"/>
              <a:t>    F5 --&gt; G</a:t>
            </a:r>
          </a:p>
          <a:p>
            <a:r>
              <a:rPr lang="nl-NL" dirty="0"/>
              <a:t>    F6 --&gt; G</a:t>
            </a:r>
          </a:p>
          <a:p>
            <a:r>
              <a:rPr lang="nl-NL" dirty="0"/>
              <a:t>    F7 --&gt; G</a:t>
            </a:r>
          </a:p>
          <a:p>
            <a:r>
              <a:rPr lang="nl-NL" dirty="0"/>
              <a:t>    F8 --&gt; G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95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A([Verwerkingstechnologie kiezen]) --&gt; B{Zijn defecten en variaties voorspelbaar en herhaalbaar?}</a:t>
            </a:r>
          </a:p>
          <a:p>
            <a:endParaRPr lang="nl-NL" dirty="0"/>
          </a:p>
          <a:p>
            <a:r>
              <a:rPr lang="nl-NL" dirty="0"/>
              <a:t>    B --&gt; |Ja, vaste regels mogelijk| C{Zijn omgevingscondities stabiel?}</a:t>
            </a:r>
          </a:p>
          <a:p>
            <a:r>
              <a:rPr lang="nl-NL" dirty="0"/>
              <a:t>    B --&gt; |Nee, hoge variatie| D[</a:t>
            </a:r>
            <a:r>
              <a:rPr lang="nl-NL" dirty="0" err="1"/>
              <a:t>Deep</a:t>
            </a:r>
            <a:r>
              <a:rPr lang="nl-NL" dirty="0"/>
              <a:t> Learning CNN / YOLO / segmentatie]</a:t>
            </a:r>
          </a:p>
          <a:p>
            <a:endParaRPr lang="nl-NL" dirty="0"/>
          </a:p>
          <a:p>
            <a:r>
              <a:rPr lang="nl-NL" dirty="0"/>
              <a:t>    C --&gt; |Ja| E[Traditionele </a:t>
            </a:r>
            <a:r>
              <a:rPr lang="nl-NL" dirty="0" err="1"/>
              <a:t>Vision</a:t>
            </a:r>
            <a:r>
              <a:rPr lang="nl-NL" dirty="0"/>
              <a:t> </a:t>
            </a:r>
            <a:r>
              <a:rPr lang="nl-NL" dirty="0" err="1"/>
              <a:t>regelgebaseerd</a:t>
            </a:r>
            <a:r>
              <a:rPr lang="nl-NL" dirty="0"/>
              <a:t>]</a:t>
            </a:r>
          </a:p>
          <a:p>
            <a:r>
              <a:rPr lang="nl-NL" dirty="0"/>
              <a:t>    C --&gt; |Nee, wisselend licht of reflectie| F{Hoeveel trainingsdata beschikbaar?}</a:t>
            </a:r>
          </a:p>
          <a:p>
            <a:endParaRPr lang="nl-NL" dirty="0"/>
          </a:p>
          <a:p>
            <a:r>
              <a:rPr lang="nl-NL" dirty="0"/>
              <a:t>    F --&gt; |meer dan 500 gelabelde afbeeldingen| D</a:t>
            </a:r>
          </a:p>
          <a:p>
            <a:r>
              <a:rPr lang="nl-NL" dirty="0"/>
              <a:t>    F --&gt; |minder dan 500 afbeeldingen| G{Synthetische data </a:t>
            </a:r>
            <a:r>
              <a:rPr lang="nl-NL" dirty="0" err="1"/>
              <a:t>genereerbaar</a:t>
            </a:r>
            <a:r>
              <a:rPr lang="nl-NL" dirty="0"/>
              <a:t>?}</a:t>
            </a:r>
          </a:p>
          <a:p>
            <a:endParaRPr lang="nl-NL" dirty="0"/>
          </a:p>
          <a:p>
            <a:r>
              <a:rPr lang="nl-NL" dirty="0"/>
              <a:t>    G --&gt; |Ja| D</a:t>
            </a:r>
          </a:p>
          <a:p>
            <a:r>
              <a:rPr lang="nl-NL" dirty="0"/>
              <a:t>    G --&gt; |Nee| H[Traditionele </a:t>
            </a:r>
            <a:r>
              <a:rPr lang="nl-NL" dirty="0" err="1"/>
              <a:t>Vision</a:t>
            </a:r>
            <a:r>
              <a:rPr lang="nl-NL" dirty="0"/>
              <a:t> met robuuste belichting]</a:t>
            </a:r>
          </a:p>
          <a:p>
            <a:endParaRPr lang="nl-NL" dirty="0"/>
          </a:p>
          <a:p>
            <a:r>
              <a:rPr lang="nl-NL" dirty="0"/>
              <a:t>    D --&gt; I{Uitlegbaarheid vereist bijv. ISO of klanteis?}</a:t>
            </a:r>
          </a:p>
          <a:p>
            <a:r>
              <a:rPr lang="nl-NL" dirty="0"/>
              <a:t>    I --&gt; |Ja| J[</a:t>
            </a:r>
            <a:r>
              <a:rPr lang="nl-NL" dirty="0" err="1"/>
              <a:t>Deep</a:t>
            </a:r>
            <a:r>
              <a:rPr lang="nl-NL" dirty="0"/>
              <a:t> Learning met </a:t>
            </a:r>
            <a:r>
              <a:rPr lang="nl-NL" dirty="0" err="1"/>
              <a:t>explainability</a:t>
            </a:r>
            <a:r>
              <a:rPr lang="nl-NL" dirty="0"/>
              <a:t> tools bijv. </a:t>
            </a:r>
            <a:r>
              <a:rPr lang="nl-NL" dirty="0" err="1"/>
              <a:t>Grad</a:t>
            </a:r>
            <a:r>
              <a:rPr lang="nl-NL" dirty="0"/>
              <a:t>-CAM]</a:t>
            </a:r>
          </a:p>
          <a:p>
            <a:r>
              <a:rPr lang="nl-NL" dirty="0"/>
              <a:t>    I --&gt; |Nee| K[Standaard </a:t>
            </a:r>
            <a:r>
              <a:rPr lang="nl-NL" dirty="0" err="1"/>
              <a:t>Deep</a:t>
            </a:r>
            <a:r>
              <a:rPr lang="nl-NL" dirty="0"/>
              <a:t> Learning pipeline]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72840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A([Hardware platform kiezen]) --&gt; B{Verwerkingstechnologie?}</a:t>
            </a:r>
          </a:p>
          <a:p>
            <a:endParaRPr lang="nl-NL" dirty="0"/>
          </a:p>
          <a:p>
            <a:r>
              <a:rPr lang="nl-NL" dirty="0"/>
              <a:t>    B --&gt; |Traditionele </a:t>
            </a:r>
            <a:r>
              <a:rPr lang="nl-NL" dirty="0" err="1"/>
              <a:t>Vision</a:t>
            </a:r>
            <a:r>
              <a:rPr lang="nl-NL" dirty="0"/>
              <a:t>| C{Aantal </a:t>
            </a:r>
            <a:r>
              <a:rPr lang="nl-NL" dirty="0" err="1"/>
              <a:t>cameras</a:t>
            </a:r>
            <a:r>
              <a:rPr lang="nl-NL" dirty="0"/>
              <a:t>?}</a:t>
            </a:r>
          </a:p>
          <a:p>
            <a:r>
              <a:rPr lang="nl-NL" dirty="0"/>
              <a:t>    B --&gt; |</a:t>
            </a:r>
            <a:r>
              <a:rPr lang="nl-NL" dirty="0" err="1"/>
              <a:t>Deep</a:t>
            </a:r>
            <a:r>
              <a:rPr lang="nl-NL" dirty="0"/>
              <a:t> Learning| D{</a:t>
            </a:r>
            <a:r>
              <a:rPr lang="nl-NL" dirty="0" err="1"/>
              <a:t>Realtime</a:t>
            </a:r>
            <a:r>
              <a:rPr lang="nl-NL" dirty="0"/>
              <a:t> inferentie vereist onder 100ms?}</a:t>
            </a:r>
          </a:p>
          <a:p>
            <a:endParaRPr lang="nl-NL" dirty="0"/>
          </a:p>
          <a:p>
            <a:r>
              <a:rPr lang="nl-NL" dirty="0"/>
              <a:t>    C --&gt; |1 of 2 </a:t>
            </a:r>
            <a:r>
              <a:rPr lang="nl-NL" dirty="0" err="1"/>
              <a:t>cameras</a:t>
            </a:r>
            <a:r>
              <a:rPr lang="nl-NL" dirty="0"/>
              <a:t>| E[Smart Camera bijv. </a:t>
            </a:r>
            <a:r>
              <a:rPr lang="nl-NL" dirty="0" err="1"/>
              <a:t>Cognex</a:t>
            </a:r>
            <a:r>
              <a:rPr lang="nl-NL" dirty="0"/>
              <a:t>, </a:t>
            </a:r>
            <a:r>
              <a:rPr lang="nl-NL" dirty="0" err="1"/>
              <a:t>Keyence</a:t>
            </a:r>
            <a:r>
              <a:rPr lang="nl-NL" dirty="0"/>
              <a:t>]</a:t>
            </a:r>
          </a:p>
          <a:p>
            <a:r>
              <a:rPr lang="nl-NL" dirty="0"/>
              <a:t>    C --&gt; |3 of meer </a:t>
            </a:r>
            <a:r>
              <a:rPr lang="nl-NL" dirty="0" err="1"/>
              <a:t>cameras</a:t>
            </a:r>
            <a:r>
              <a:rPr lang="nl-NL" dirty="0"/>
              <a:t>| F[PC-</a:t>
            </a:r>
            <a:r>
              <a:rPr lang="nl-NL" dirty="0" err="1"/>
              <a:t>based</a:t>
            </a:r>
            <a:r>
              <a:rPr lang="nl-NL" dirty="0"/>
              <a:t> systeem]</a:t>
            </a:r>
          </a:p>
          <a:p>
            <a:endParaRPr lang="nl-NL" dirty="0"/>
          </a:p>
          <a:p>
            <a:r>
              <a:rPr lang="nl-NL" dirty="0"/>
              <a:t>    D --&gt; |Ja| G{Internetverbinding beschikbaar en toegestaan?}</a:t>
            </a:r>
          </a:p>
          <a:p>
            <a:r>
              <a:rPr lang="nl-NL" dirty="0"/>
              <a:t>    D --&gt; |Nee, batch verwerking acceptabel| H[Cloud-</a:t>
            </a:r>
            <a:r>
              <a:rPr lang="nl-NL" dirty="0" err="1"/>
              <a:t>based</a:t>
            </a:r>
            <a:r>
              <a:rPr lang="nl-NL" dirty="0"/>
              <a:t> inferentie bijv. </a:t>
            </a:r>
            <a:r>
              <a:rPr lang="nl-NL" dirty="0" err="1"/>
              <a:t>Azure</a:t>
            </a:r>
            <a:r>
              <a:rPr lang="nl-NL" dirty="0"/>
              <a:t> </a:t>
            </a:r>
            <a:r>
              <a:rPr lang="nl-NL" dirty="0" err="1"/>
              <a:t>Vision</a:t>
            </a:r>
            <a:r>
              <a:rPr lang="nl-NL" dirty="0"/>
              <a:t> of AWS]</a:t>
            </a:r>
          </a:p>
          <a:p>
            <a:endParaRPr lang="nl-NL" dirty="0"/>
          </a:p>
          <a:p>
            <a:r>
              <a:rPr lang="nl-NL" dirty="0"/>
              <a:t>    G --&gt; |Nee, offline vereist| I{Zwaar model groter dan 10M parameters?}</a:t>
            </a:r>
          </a:p>
          <a:p>
            <a:r>
              <a:rPr lang="nl-NL" dirty="0"/>
              <a:t>    G --&gt; |Ja maar </a:t>
            </a:r>
            <a:r>
              <a:rPr lang="nl-NL" dirty="0" err="1"/>
              <a:t>latency</a:t>
            </a:r>
            <a:r>
              <a:rPr lang="nl-NL" dirty="0"/>
              <a:t> onder 50ms| J[</a:t>
            </a:r>
            <a:r>
              <a:rPr lang="nl-NL" dirty="0" err="1"/>
              <a:t>Edge</a:t>
            </a:r>
            <a:r>
              <a:rPr lang="nl-NL" dirty="0"/>
              <a:t> plus Cloud </a:t>
            </a:r>
            <a:r>
              <a:rPr lang="nl-NL" dirty="0" err="1"/>
              <a:t>hybrid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I --&gt; |Ja| K[PC met NVIDIA GPU bijv. RTX 4000 of A2000]</a:t>
            </a:r>
          </a:p>
          <a:p>
            <a:r>
              <a:rPr lang="nl-NL" dirty="0"/>
              <a:t>    I --&gt; |Nee, licht model| L{Budget?}</a:t>
            </a:r>
          </a:p>
          <a:p>
            <a:endParaRPr lang="nl-NL" dirty="0"/>
          </a:p>
          <a:p>
            <a:r>
              <a:rPr lang="nl-NL" dirty="0"/>
              <a:t>    L --&gt; |500 tot 5.000 euro| M[</a:t>
            </a:r>
            <a:r>
              <a:rPr lang="nl-NL" dirty="0" err="1"/>
              <a:t>Raspberry</a:t>
            </a:r>
            <a:r>
              <a:rPr lang="nl-NL" dirty="0"/>
              <a:t> Pi 5 met Hailo-8 AI HAT 26 TOPS]</a:t>
            </a:r>
          </a:p>
          <a:p>
            <a:r>
              <a:rPr lang="nl-NL" dirty="0"/>
              <a:t>    L --&gt; |5.000 tot 15.000 euro| N[NVIDIA </a:t>
            </a:r>
            <a:r>
              <a:rPr lang="nl-NL" dirty="0" err="1"/>
              <a:t>Jetson</a:t>
            </a:r>
            <a:r>
              <a:rPr lang="nl-NL" dirty="0"/>
              <a:t> </a:t>
            </a:r>
            <a:r>
              <a:rPr lang="nl-NL" dirty="0" err="1"/>
              <a:t>Orin</a:t>
            </a:r>
            <a:r>
              <a:rPr lang="nl-NL" dirty="0"/>
              <a:t> NX of Nano]</a:t>
            </a:r>
          </a:p>
          <a:p>
            <a:r>
              <a:rPr lang="nl-NL" dirty="0"/>
              <a:t>    L --&gt; |kleiner dan 500 euro| O[</a:t>
            </a:r>
            <a:r>
              <a:rPr lang="nl-NL" dirty="0" err="1"/>
              <a:t>Raspberry</a:t>
            </a:r>
            <a:r>
              <a:rPr lang="nl-NL" dirty="0"/>
              <a:t> Pi 4 of Pi Zero 2W beperkt tot eenvoudige modellen]</a:t>
            </a:r>
          </a:p>
          <a:p>
            <a:endParaRPr lang="nl-NL" dirty="0"/>
          </a:p>
          <a:p>
            <a:r>
              <a:rPr lang="nl-NL" dirty="0"/>
              <a:t>    K --&gt; P{Ruimte en IP-bescherming vereist?}</a:t>
            </a:r>
          </a:p>
          <a:p>
            <a:r>
              <a:rPr lang="nl-NL" dirty="0"/>
              <a:t>    N --&gt; P</a:t>
            </a:r>
          </a:p>
          <a:p>
            <a:endParaRPr lang="nl-NL" dirty="0"/>
          </a:p>
          <a:p>
            <a:r>
              <a:rPr lang="nl-NL" dirty="0"/>
              <a:t>    P --&gt; |Ja IP65 of compactheid vereist| Q[</a:t>
            </a:r>
            <a:r>
              <a:rPr lang="nl-NL" dirty="0" err="1"/>
              <a:t>Industriele</a:t>
            </a:r>
            <a:r>
              <a:rPr lang="nl-NL" dirty="0"/>
              <a:t> </a:t>
            </a:r>
            <a:r>
              <a:rPr lang="nl-NL" dirty="0" err="1"/>
              <a:t>embedded</a:t>
            </a:r>
            <a:r>
              <a:rPr lang="nl-NL" dirty="0"/>
              <a:t> PC bijv. </a:t>
            </a:r>
            <a:r>
              <a:rPr lang="nl-NL" dirty="0" err="1"/>
              <a:t>Beckhoff</a:t>
            </a:r>
            <a:r>
              <a:rPr lang="nl-NL" dirty="0"/>
              <a:t> of </a:t>
            </a:r>
            <a:r>
              <a:rPr lang="nl-NL" dirty="0" err="1"/>
              <a:t>Advantech</a:t>
            </a:r>
            <a:r>
              <a:rPr lang="nl-NL" dirty="0"/>
              <a:t>]</a:t>
            </a:r>
          </a:p>
          <a:p>
            <a:r>
              <a:rPr lang="nl-NL" dirty="0"/>
              <a:t>    P --&gt; |Nee, standaard omgeving| R[Standaard </a:t>
            </a:r>
            <a:r>
              <a:rPr lang="nl-NL" dirty="0" err="1"/>
              <a:t>industriele</a:t>
            </a:r>
            <a:r>
              <a:rPr lang="nl-NL" dirty="0"/>
              <a:t> PC]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8215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A([Cameratype kiezen]) --&gt; B{Beweegt het object continu langs de camera?}</a:t>
            </a:r>
          </a:p>
          <a:p>
            <a:endParaRPr lang="nl-NL" dirty="0"/>
          </a:p>
          <a:p>
            <a:r>
              <a:rPr lang="nl-NL" dirty="0"/>
              <a:t>    B --&gt; |Ja, lopende band of </a:t>
            </a:r>
            <a:r>
              <a:rPr lang="nl-NL" dirty="0" err="1"/>
              <a:t>webmateriaal</a:t>
            </a:r>
            <a:r>
              <a:rPr lang="nl-NL" dirty="0"/>
              <a:t>| C[Lijnscancamera line-scan]</a:t>
            </a:r>
          </a:p>
          <a:p>
            <a:r>
              <a:rPr lang="nl-NL" dirty="0"/>
              <a:t>    B --&gt; |Nee, stilstaand of stap-voor-stap| D{Is diepte-informatie nodig?}</a:t>
            </a:r>
          </a:p>
          <a:p>
            <a:endParaRPr lang="nl-NL" dirty="0"/>
          </a:p>
          <a:p>
            <a:r>
              <a:rPr lang="nl-NL" dirty="0"/>
              <a:t>    D --&gt; |Ja, 3D meting of robot grijpen| E{Nauwkeurigheid vereist?}</a:t>
            </a:r>
          </a:p>
          <a:p>
            <a:r>
              <a:rPr lang="nl-NL" dirty="0"/>
              <a:t>    D --&gt; |Nee, 2D volstaat| F{Is kleur relevant voor detectie?}</a:t>
            </a:r>
          </a:p>
          <a:p>
            <a:endParaRPr lang="nl-NL" dirty="0"/>
          </a:p>
          <a:p>
            <a:r>
              <a:rPr lang="nl-NL" dirty="0"/>
              <a:t>    E --&gt; |kleiner dan 0.5mm tolerantie| G[</a:t>
            </a:r>
            <a:r>
              <a:rPr lang="nl-NL" dirty="0" err="1"/>
              <a:t>Structured</a:t>
            </a:r>
            <a:r>
              <a:rPr lang="nl-NL" dirty="0"/>
              <a:t> Light of Laser Triangulatie]</a:t>
            </a:r>
          </a:p>
          <a:p>
            <a:r>
              <a:rPr lang="nl-NL" dirty="0"/>
              <a:t>    E --&gt; |0.5mm tot 5mm tolerantie| H[Stereo </a:t>
            </a:r>
            <a:r>
              <a:rPr lang="nl-NL" dirty="0" err="1"/>
              <a:t>Vision</a:t>
            </a:r>
            <a:r>
              <a:rPr lang="nl-NL" dirty="0"/>
              <a:t> of Time-of-Flight]</a:t>
            </a:r>
          </a:p>
          <a:p>
            <a:r>
              <a:rPr lang="nl-NL" dirty="0"/>
              <a:t>    E --&gt; |Alleen aanwezigheid of globale vorm| I[</a:t>
            </a:r>
            <a:r>
              <a:rPr lang="nl-NL" dirty="0" err="1"/>
              <a:t>ToF</a:t>
            </a:r>
            <a:r>
              <a:rPr lang="nl-NL" dirty="0"/>
              <a:t> of 2.5D profielscanner]</a:t>
            </a:r>
          </a:p>
          <a:p>
            <a:endParaRPr lang="nl-NL" dirty="0"/>
          </a:p>
          <a:p>
            <a:r>
              <a:rPr lang="nl-NL" dirty="0"/>
              <a:t>    F --&gt; |Ja, kleur is kenmerk| J[Kleurencamera RGB]</a:t>
            </a:r>
          </a:p>
          <a:p>
            <a:r>
              <a:rPr lang="nl-NL" dirty="0"/>
              <a:t>    F --&gt; |Nee, contrast volstaat| K[Monochroom camera hogere gevoeligheid]</a:t>
            </a:r>
          </a:p>
          <a:p>
            <a:endParaRPr lang="nl-NL" dirty="0"/>
          </a:p>
          <a:p>
            <a:r>
              <a:rPr lang="nl-NL" dirty="0"/>
              <a:t>    K --&gt; L{Spectrale kenmerken buiten zichtbaar licht?}</a:t>
            </a:r>
          </a:p>
          <a:p>
            <a:r>
              <a:rPr lang="nl-NL" dirty="0"/>
              <a:t>    L --&gt; |Ja, warmte of temperatuur| M[Thermische camera LWIR]</a:t>
            </a:r>
          </a:p>
          <a:p>
            <a:r>
              <a:rPr lang="nl-NL" dirty="0"/>
              <a:t>    L --&gt; |Ja, oppervlaktecontrast verbeteren| N[NIR </a:t>
            </a:r>
            <a:r>
              <a:rPr lang="nl-NL" dirty="0" err="1"/>
              <a:t>near-infrared</a:t>
            </a:r>
            <a:r>
              <a:rPr lang="nl-NL" dirty="0"/>
              <a:t> camera]</a:t>
            </a:r>
          </a:p>
          <a:p>
            <a:r>
              <a:rPr lang="nl-NL" dirty="0"/>
              <a:t>    L --&gt; |Nee| O[Standaard monochroom CMOS]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17070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A([Camera </a:t>
            </a:r>
            <a:r>
              <a:rPr lang="nl-NL" dirty="0" err="1"/>
              <a:t>specs</a:t>
            </a:r>
            <a:r>
              <a:rPr lang="nl-NL" dirty="0"/>
              <a:t> bepalen]) --&gt; B{Wat is de kleinste te detecteren feature?}</a:t>
            </a:r>
          </a:p>
          <a:p>
            <a:endParaRPr lang="nl-NL" dirty="0"/>
          </a:p>
          <a:p>
            <a:r>
              <a:rPr lang="nl-NL" dirty="0"/>
              <a:t>    B --&gt; |kleiner dan 0.05mm| C[meer dan 12 Megapixel of lijnscancamera]</a:t>
            </a:r>
          </a:p>
          <a:p>
            <a:r>
              <a:rPr lang="nl-NL" dirty="0"/>
              <a:t>    B --&gt; |0.05mm tot 0.5mm| D[5 tot 12 Megapixel]</a:t>
            </a:r>
          </a:p>
          <a:p>
            <a:r>
              <a:rPr lang="nl-NL" dirty="0"/>
              <a:t>    B --&gt; |groter dan 0.5mm| E[2 tot 5 Megapixel volstaat]</a:t>
            </a:r>
          </a:p>
          <a:p>
            <a:endParaRPr lang="nl-NL" dirty="0"/>
          </a:p>
          <a:p>
            <a:r>
              <a:rPr lang="nl-NL" dirty="0"/>
              <a:t>    E --&gt; F{Wat is de maximale objectsnelheid?}</a:t>
            </a:r>
          </a:p>
          <a:p>
            <a:r>
              <a:rPr lang="nl-NL" dirty="0"/>
              <a:t>    D --&gt; F</a:t>
            </a:r>
          </a:p>
          <a:p>
            <a:r>
              <a:rPr lang="nl-NL" dirty="0"/>
              <a:t>    C --&gt; F</a:t>
            </a:r>
          </a:p>
          <a:p>
            <a:endParaRPr lang="nl-NL" dirty="0"/>
          </a:p>
          <a:p>
            <a:r>
              <a:rPr lang="nl-NL" dirty="0"/>
              <a:t>    F --&gt; |kleiner dan 0.5 m/s| G[Standaard </a:t>
            </a:r>
            <a:r>
              <a:rPr lang="nl-NL" dirty="0" err="1"/>
              <a:t>framerate</a:t>
            </a:r>
            <a:r>
              <a:rPr lang="nl-NL" dirty="0"/>
              <a:t> 30 tot 60 </a:t>
            </a:r>
            <a:r>
              <a:rPr lang="nl-NL" dirty="0" err="1"/>
              <a:t>fps</a:t>
            </a:r>
            <a:r>
              <a:rPr lang="nl-NL" dirty="0"/>
              <a:t>]</a:t>
            </a:r>
          </a:p>
          <a:p>
            <a:r>
              <a:rPr lang="nl-NL" dirty="0"/>
              <a:t>    F --&gt; |0.5 tot 3 m/s| H[100 tot 500 </a:t>
            </a:r>
            <a:r>
              <a:rPr lang="nl-NL" dirty="0" err="1"/>
              <a:t>fps</a:t>
            </a:r>
            <a:r>
              <a:rPr lang="nl-NL" dirty="0"/>
              <a:t> of flitsbelichting]</a:t>
            </a:r>
          </a:p>
          <a:p>
            <a:r>
              <a:rPr lang="nl-NL" dirty="0"/>
              <a:t>    F --&gt; |groter dan 3 m/s| I[High-speed camera boven 500 </a:t>
            </a:r>
            <a:r>
              <a:rPr lang="nl-NL" dirty="0" err="1"/>
              <a:t>fps</a:t>
            </a:r>
            <a:r>
              <a:rPr lang="nl-NL" dirty="0"/>
              <a:t> of </a:t>
            </a:r>
            <a:r>
              <a:rPr lang="nl-NL" dirty="0" err="1"/>
              <a:t>global</a:t>
            </a:r>
            <a:r>
              <a:rPr lang="nl-NL" dirty="0"/>
              <a:t> </a:t>
            </a:r>
            <a:r>
              <a:rPr lang="nl-NL" dirty="0" err="1"/>
              <a:t>shutter</a:t>
            </a:r>
            <a:r>
              <a:rPr lang="nl-NL" dirty="0"/>
              <a:t> verplicht]</a:t>
            </a:r>
          </a:p>
          <a:p>
            <a:endParaRPr lang="nl-NL" dirty="0"/>
          </a:p>
          <a:p>
            <a:r>
              <a:rPr lang="nl-NL" dirty="0"/>
              <a:t>    I --&gt; J{Sensortype?}</a:t>
            </a:r>
          </a:p>
          <a:p>
            <a:r>
              <a:rPr lang="nl-NL" dirty="0"/>
              <a:t>    H --&gt; J</a:t>
            </a:r>
          </a:p>
          <a:p>
            <a:r>
              <a:rPr lang="nl-NL" dirty="0"/>
              <a:t>    G --&gt; J</a:t>
            </a:r>
          </a:p>
          <a:p>
            <a:endParaRPr lang="nl-NL" dirty="0"/>
          </a:p>
          <a:p>
            <a:r>
              <a:rPr lang="nl-NL" dirty="0"/>
              <a:t>    J --&gt; |Bewegend object geen motion </a:t>
            </a:r>
            <a:r>
              <a:rPr lang="nl-NL" dirty="0" err="1"/>
              <a:t>blur</a:t>
            </a:r>
            <a:r>
              <a:rPr lang="nl-NL" dirty="0"/>
              <a:t> toegestaan| K[Global </a:t>
            </a:r>
            <a:r>
              <a:rPr lang="nl-NL" dirty="0" err="1"/>
              <a:t>Shutter</a:t>
            </a:r>
            <a:r>
              <a:rPr lang="nl-NL" dirty="0"/>
              <a:t> sensor]</a:t>
            </a:r>
          </a:p>
          <a:p>
            <a:r>
              <a:rPr lang="nl-NL" dirty="0"/>
              <a:t>    J --&gt; |Stilstaand object of gecontroleerde omgeving| L[Rolling </a:t>
            </a:r>
            <a:r>
              <a:rPr lang="nl-NL" dirty="0" err="1"/>
              <a:t>Shutter</a:t>
            </a:r>
            <a:r>
              <a:rPr lang="nl-NL" dirty="0"/>
              <a:t> acceptabel en goedkoper]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05582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A([Belichting kiezen]) --&gt; B{Wat wil je zichtbaar maken?}</a:t>
            </a:r>
          </a:p>
          <a:p>
            <a:endParaRPr lang="nl-NL" dirty="0"/>
          </a:p>
          <a:p>
            <a:r>
              <a:rPr lang="nl-NL" dirty="0"/>
              <a:t>    B --&gt; |Vorm of silhouet of aanwezigheid| C[Backlight tegenlicht maximaal randcontrast]</a:t>
            </a:r>
          </a:p>
          <a:p>
            <a:r>
              <a:rPr lang="nl-NL" dirty="0"/>
              <a:t>    B --&gt; |Oppervlaktedefecten krassen of putjes| D{Is het oppervlak reflecterend of spiegelend?}</a:t>
            </a:r>
          </a:p>
          <a:p>
            <a:r>
              <a:rPr lang="nl-NL" dirty="0"/>
              <a:t>    B --&gt; |3D structuur of hoogteverschil| E[</a:t>
            </a:r>
            <a:r>
              <a:rPr lang="nl-NL" dirty="0" err="1"/>
              <a:t>Structured</a:t>
            </a:r>
            <a:r>
              <a:rPr lang="nl-NL" dirty="0"/>
              <a:t> light of Laser lijnprojectie]</a:t>
            </a:r>
          </a:p>
          <a:p>
            <a:r>
              <a:rPr lang="nl-NL" dirty="0"/>
              <a:t>    B --&gt; |Interne structuur of doorlicht| F[Doorlichtbelichting bijv. PCB of voedsel]</a:t>
            </a:r>
          </a:p>
          <a:p>
            <a:endParaRPr lang="nl-NL" dirty="0"/>
          </a:p>
          <a:p>
            <a:r>
              <a:rPr lang="nl-NL" dirty="0"/>
              <a:t>    D --&gt; |Ja, spiegelend metaal of glas| G{Wil je reflecties elimineren?}</a:t>
            </a:r>
          </a:p>
          <a:p>
            <a:r>
              <a:rPr lang="nl-NL" dirty="0"/>
              <a:t>    D --&gt; |Nee, mat oppervlak| H[Diffuus licht schaduwvrij </a:t>
            </a:r>
            <a:r>
              <a:rPr lang="nl-NL" dirty="0" err="1"/>
              <a:t>dome</a:t>
            </a:r>
            <a:r>
              <a:rPr lang="nl-NL" dirty="0"/>
              <a:t> of ring]</a:t>
            </a:r>
          </a:p>
          <a:p>
            <a:endParaRPr lang="nl-NL" dirty="0"/>
          </a:p>
          <a:p>
            <a:r>
              <a:rPr lang="nl-NL" dirty="0"/>
              <a:t>    G --&gt; |Ja, reflecties volledig onderdrukken| P{Type reflectie?}</a:t>
            </a:r>
          </a:p>
          <a:p>
            <a:r>
              <a:rPr lang="nl-NL" dirty="0"/>
              <a:t>    G --&gt; |Nee, contrast via reflectie benutten| Q{Defect verhoogd of verdiept?}</a:t>
            </a:r>
          </a:p>
          <a:p>
            <a:endParaRPr lang="nl-NL" dirty="0"/>
          </a:p>
          <a:p>
            <a:r>
              <a:rPr lang="nl-NL" dirty="0"/>
              <a:t>    P --&gt; |</a:t>
            </a:r>
            <a:r>
              <a:rPr lang="nl-NL" dirty="0" err="1"/>
              <a:t>Speculaire</a:t>
            </a:r>
            <a:r>
              <a:rPr lang="nl-NL" dirty="0"/>
              <a:t> reflectie van lichtbron zichtbaar| R[Polariserende filter op lens EN polariserende belichting gecombineerd kruispolarisatie]</a:t>
            </a:r>
          </a:p>
          <a:p>
            <a:r>
              <a:rPr lang="nl-NL" dirty="0"/>
              <a:t>    P --&gt; |Diffuse glans over geheel oppervlak| S[</a:t>
            </a:r>
            <a:r>
              <a:rPr lang="nl-NL" dirty="0" err="1"/>
              <a:t>Dome</a:t>
            </a:r>
            <a:r>
              <a:rPr lang="nl-NL" dirty="0"/>
              <a:t> belichting met polarisatiefilter op lamp]</a:t>
            </a:r>
          </a:p>
          <a:p>
            <a:endParaRPr lang="nl-NL" dirty="0"/>
          </a:p>
          <a:p>
            <a:r>
              <a:rPr lang="nl-NL" dirty="0"/>
              <a:t>    Q --&gt; |Verhoogd of ruw defect| T[Dark field belichting scherend licht]</a:t>
            </a:r>
          </a:p>
          <a:p>
            <a:r>
              <a:rPr lang="nl-NL" dirty="0"/>
              <a:t>    Q --&gt; |Verdiept of kras zichtbaar via reflectie| U[</a:t>
            </a:r>
            <a:r>
              <a:rPr lang="nl-NL" dirty="0" err="1"/>
              <a:t>Bright</a:t>
            </a:r>
            <a:r>
              <a:rPr lang="nl-NL" dirty="0"/>
              <a:t> field of coaxiaal licht]</a:t>
            </a:r>
          </a:p>
          <a:p>
            <a:endParaRPr lang="nl-NL" dirty="0"/>
          </a:p>
          <a:p>
            <a:r>
              <a:rPr lang="nl-NL" dirty="0"/>
              <a:t>    H --&gt; V{Omgevingslicht een storende factor?}</a:t>
            </a:r>
          </a:p>
          <a:p>
            <a:r>
              <a:rPr lang="nl-NL" dirty="0"/>
              <a:t>    R --&gt; V</a:t>
            </a:r>
          </a:p>
          <a:p>
            <a:r>
              <a:rPr lang="nl-NL" dirty="0"/>
              <a:t>    S --&gt; V</a:t>
            </a:r>
          </a:p>
          <a:p>
            <a:r>
              <a:rPr lang="nl-NL" dirty="0"/>
              <a:t>    T --&gt; V</a:t>
            </a:r>
          </a:p>
          <a:p>
            <a:r>
              <a:rPr lang="nl-NL" dirty="0"/>
              <a:t>    U --&gt; V</a:t>
            </a:r>
          </a:p>
          <a:p>
            <a:endParaRPr lang="nl-NL" dirty="0"/>
          </a:p>
          <a:p>
            <a:r>
              <a:rPr lang="nl-NL" dirty="0"/>
              <a:t>    V --&gt; |Ja, wisselend omgevingslicht| W[Flitsbelichting gesynchroniseerd met camera plus fysiek afschermen]</a:t>
            </a:r>
          </a:p>
          <a:p>
            <a:r>
              <a:rPr lang="nl-NL" dirty="0"/>
              <a:t>    V --&gt; |Nee, gecontroleerde omgeving| X[Continu LED verlichting]</a:t>
            </a:r>
          </a:p>
          <a:p>
            <a:endParaRPr lang="nl-NL" dirty="0"/>
          </a:p>
          <a:p>
            <a:r>
              <a:rPr lang="nl-NL" dirty="0"/>
              <a:t>    X --&gt; Y{Kleurtemperatuur relevant?}</a:t>
            </a:r>
          </a:p>
          <a:p>
            <a:r>
              <a:rPr lang="nl-NL" dirty="0"/>
              <a:t>    Y --&gt; |Ja, kleurdetectie vereist| Z[Wit LED of spectrale LED per kleurkanaal]</a:t>
            </a:r>
          </a:p>
          <a:p>
            <a:r>
              <a:rPr lang="nl-NL" dirty="0"/>
              <a:t>    Y --&gt; |Nee| AA[Standaard wit of monochroom LED]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21276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A([Interface kiezen]) --&gt; B{Kabelafstand camera naar PC of device?}</a:t>
            </a:r>
          </a:p>
          <a:p>
            <a:endParaRPr lang="nl-NL" dirty="0"/>
          </a:p>
          <a:p>
            <a:r>
              <a:rPr lang="nl-NL" dirty="0"/>
              <a:t>    B --&gt; |kleiner dan 5 meter| C{Vereiste bandbreedte?}</a:t>
            </a:r>
          </a:p>
          <a:p>
            <a:r>
              <a:rPr lang="nl-NL" dirty="0"/>
              <a:t>    B --&gt; |5 tot 100 meter| D[</a:t>
            </a:r>
            <a:r>
              <a:rPr lang="nl-NL" dirty="0" err="1"/>
              <a:t>GigE</a:t>
            </a:r>
            <a:r>
              <a:rPr lang="nl-NL" dirty="0"/>
              <a:t> </a:t>
            </a:r>
            <a:r>
              <a:rPr lang="nl-NL" dirty="0" err="1"/>
              <a:t>Vision</a:t>
            </a:r>
            <a:r>
              <a:rPr lang="nl-NL" dirty="0"/>
              <a:t> of 10GigE via netwerkkabel]</a:t>
            </a:r>
          </a:p>
          <a:p>
            <a:r>
              <a:rPr lang="nl-NL" dirty="0"/>
              <a:t>    B --&gt; |groter dan 100 meter| E[Camera Link Fiber of 10GigE met fiber </a:t>
            </a:r>
            <a:r>
              <a:rPr lang="nl-NL" dirty="0" err="1"/>
              <a:t>extender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C --&gt; |kleiner dan 500 MB/s lage </a:t>
            </a:r>
            <a:r>
              <a:rPr lang="nl-NL" dirty="0" err="1"/>
              <a:t>res</a:t>
            </a:r>
            <a:r>
              <a:rPr lang="nl-NL" dirty="0"/>
              <a:t> lage </a:t>
            </a:r>
            <a:r>
              <a:rPr lang="nl-NL" dirty="0" err="1"/>
              <a:t>fps</a:t>
            </a:r>
            <a:r>
              <a:rPr lang="nl-NL" dirty="0"/>
              <a:t>| F[USB3 </a:t>
            </a:r>
            <a:r>
              <a:rPr lang="nl-NL" dirty="0" err="1"/>
              <a:t>Vision</a:t>
            </a:r>
            <a:r>
              <a:rPr lang="nl-NL" dirty="0"/>
              <a:t> eenvoudig geen frame </a:t>
            </a:r>
            <a:r>
              <a:rPr lang="nl-NL" dirty="0" err="1"/>
              <a:t>grabber</a:t>
            </a:r>
            <a:r>
              <a:rPr lang="nl-NL" dirty="0"/>
              <a:t> nodig]</a:t>
            </a:r>
          </a:p>
          <a:p>
            <a:r>
              <a:rPr lang="nl-NL" dirty="0"/>
              <a:t>    C --&gt; |500 MB/s tot 2 GB/s| G[</a:t>
            </a:r>
            <a:r>
              <a:rPr lang="nl-NL" dirty="0" err="1"/>
              <a:t>GigE</a:t>
            </a:r>
            <a:r>
              <a:rPr lang="nl-NL" dirty="0"/>
              <a:t> </a:t>
            </a:r>
            <a:r>
              <a:rPr lang="nl-NL" dirty="0" err="1"/>
              <a:t>Vision</a:t>
            </a:r>
            <a:r>
              <a:rPr lang="nl-NL" dirty="0"/>
              <a:t> of USB3 Pro]</a:t>
            </a:r>
          </a:p>
          <a:p>
            <a:r>
              <a:rPr lang="nl-NL" dirty="0"/>
              <a:t>    C --&gt; |groter dan 2 GB/s hoge </a:t>
            </a:r>
            <a:r>
              <a:rPr lang="nl-NL" dirty="0" err="1"/>
              <a:t>res</a:t>
            </a:r>
            <a:r>
              <a:rPr lang="nl-NL" dirty="0"/>
              <a:t> en hoge </a:t>
            </a:r>
            <a:r>
              <a:rPr lang="nl-NL" dirty="0" err="1"/>
              <a:t>fps</a:t>
            </a:r>
            <a:r>
              <a:rPr lang="nl-NL" dirty="0"/>
              <a:t>| H{Budget voor frame </a:t>
            </a:r>
            <a:r>
              <a:rPr lang="nl-NL" dirty="0" err="1"/>
              <a:t>grabber</a:t>
            </a:r>
            <a:r>
              <a:rPr lang="nl-NL" dirty="0"/>
              <a:t> beschikbaar?}</a:t>
            </a:r>
          </a:p>
          <a:p>
            <a:endParaRPr lang="nl-NL" dirty="0"/>
          </a:p>
          <a:p>
            <a:r>
              <a:rPr lang="nl-NL" dirty="0"/>
              <a:t>    H --&gt; |Ja| I[</a:t>
            </a:r>
            <a:r>
              <a:rPr lang="nl-NL" dirty="0" err="1"/>
              <a:t>CoaXPress</a:t>
            </a:r>
            <a:r>
              <a:rPr lang="nl-NL" dirty="0"/>
              <a:t> CXP of Camera Link HS]</a:t>
            </a:r>
          </a:p>
          <a:p>
            <a:r>
              <a:rPr lang="nl-NL" dirty="0"/>
              <a:t>    H --&gt; |Nee| J[10GigE </a:t>
            </a:r>
            <a:r>
              <a:rPr lang="nl-NL" dirty="0" err="1"/>
              <a:t>Vision</a:t>
            </a:r>
            <a:r>
              <a:rPr lang="nl-NL" dirty="0"/>
              <a:t> als alternatief]</a:t>
            </a:r>
          </a:p>
          <a:p>
            <a:endParaRPr lang="nl-NL" dirty="0"/>
          </a:p>
          <a:p>
            <a:r>
              <a:rPr lang="nl-NL" dirty="0"/>
              <a:t>    D --&gt; K{Meerdere </a:t>
            </a:r>
            <a:r>
              <a:rPr lang="nl-NL" dirty="0" err="1"/>
              <a:t>cameras</a:t>
            </a:r>
            <a:r>
              <a:rPr lang="nl-NL" dirty="0"/>
              <a:t> op 1 systeem?}</a:t>
            </a:r>
          </a:p>
          <a:p>
            <a:r>
              <a:rPr lang="nl-NL" dirty="0"/>
              <a:t>    I --&gt; K</a:t>
            </a:r>
          </a:p>
          <a:p>
            <a:r>
              <a:rPr lang="nl-NL" dirty="0"/>
              <a:t>    J --&gt; K</a:t>
            </a:r>
          </a:p>
          <a:p>
            <a:endParaRPr lang="nl-NL" dirty="0"/>
          </a:p>
          <a:p>
            <a:r>
              <a:rPr lang="nl-NL" dirty="0"/>
              <a:t>    K --&gt; |Ja meer dan 4 </a:t>
            </a:r>
            <a:r>
              <a:rPr lang="nl-NL" dirty="0" err="1"/>
              <a:t>cameras</a:t>
            </a:r>
            <a:r>
              <a:rPr lang="nl-NL" dirty="0"/>
              <a:t>| L[</a:t>
            </a:r>
            <a:r>
              <a:rPr lang="nl-NL" dirty="0" err="1"/>
              <a:t>Managed</a:t>
            </a:r>
            <a:r>
              <a:rPr lang="nl-NL" dirty="0"/>
              <a:t> switch met </a:t>
            </a:r>
            <a:r>
              <a:rPr lang="nl-NL" dirty="0" err="1"/>
              <a:t>GigE</a:t>
            </a:r>
            <a:r>
              <a:rPr lang="nl-NL" dirty="0"/>
              <a:t> of </a:t>
            </a:r>
            <a:r>
              <a:rPr lang="nl-NL" dirty="0" err="1"/>
              <a:t>dedicated</a:t>
            </a:r>
            <a:r>
              <a:rPr lang="nl-NL" dirty="0"/>
              <a:t> frame </a:t>
            </a:r>
            <a:r>
              <a:rPr lang="nl-NL" dirty="0" err="1"/>
              <a:t>grabber</a:t>
            </a:r>
            <a:r>
              <a:rPr lang="nl-NL" dirty="0"/>
              <a:t> per camera]</a:t>
            </a:r>
          </a:p>
          <a:p>
            <a:r>
              <a:rPr lang="nl-NL" dirty="0"/>
              <a:t>    K --&gt; |Nee 1 tot 3 </a:t>
            </a:r>
            <a:r>
              <a:rPr lang="nl-NL" dirty="0" err="1"/>
              <a:t>cameras</a:t>
            </a:r>
            <a:r>
              <a:rPr lang="nl-NL" dirty="0"/>
              <a:t>| M[Directe verbinding volstaat]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34014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</a:t>
            </a:r>
            <a:r>
              <a:rPr lang="nl-NL" dirty="0" err="1"/>
              <a:t>Calibratie</a:t>
            </a:r>
            <a:r>
              <a:rPr lang="nl-NL" dirty="0"/>
              <a:t> starten]) --&gt; B{Wat is het primaire doel van het systeem?}</a:t>
            </a:r>
          </a:p>
          <a:p>
            <a:endParaRPr lang="nl-NL" dirty="0"/>
          </a:p>
          <a:p>
            <a:r>
              <a:rPr lang="nl-NL" dirty="0"/>
              <a:t>    B --&gt; |Maatinspectie of positiebepaling| C[Geometrische </a:t>
            </a:r>
            <a:r>
              <a:rPr lang="nl-NL" dirty="0" err="1"/>
              <a:t>calibratie</a:t>
            </a:r>
            <a:r>
              <a:rPr lang="nl-NL" dirty="0"/>
              <a:t> verplicht]</a:t>
            </a:r>
          </a:p>
          <a:p>
            <a:r>
              <a:rPr lang="nl-NL" dirty="0"/>
              <a:t>    B --&gt; |Defect detectie of classificatie| D{Is kleur een detectiekenmerk?}</a:t>
            </a:r>
          </a:p>
          <a:p>
            <a:r>
              <a:rPr lang="nl-NL" dirty="0"/>
              <a:t>    B --&gt; |Aanwezigheid of telling| E[Minimale </a:t>
            </a:r>
            <a:r>
              <a:rPr lang="nl-NL" dirty="0" err="1"/>
              <a:t>calibratie</a:t>
            </a:r>
            <a:r>
              <a:rPr lang="nl-NL" dirty="0"/>
              <a:t>: belichting stabiel houden]</a:t>
            </a:r>
          </a:p>
          <a:p>
            <a:endParaRPr lang="nl-NL" dirty="0"/>
          </a:p>
          <a:p>
            <a:r>
              <a:rPr lang="nl-NL" dirty="0"/>
              <a:t>    D --&gt; |Ja| F[</a:t>
            </a:r>
            <a:r>
              <a:rPr lang="nl-NL" dirty="0" err="1"/>
              <a:t>Kleurcalibratie</a:t>
            </a:r>
            <a:r>
              <a:rPr lang="nl-NL" dirty="0"/>
              <a:t> verplicht]</a:t>
            </a:r>
          </a:p>
          <a:p>
            <a:r>
              <a:rPr lang="nl-NL" dirty="0"/>
              <a:t>    D --&gt; |Nee| G[</a:t>
            </a:r>
            <a:r>
              <a:rPr lang="nl-NL" dirty="0" err="1"/>
              <a:t>Beeldkwaliteitscalibratie</a:t>
            </a:r>
            <a:r>
              <a:rPr lang="nl-NL" dirty="0"/>
              <a:t> voldoende]</a:t>
            </a:r>
          </a:p>
          <a:p>
            <a:endParaRPr lang="nl-NL" dirty="0"/>
          </a:p>
          <a:p>
            <a:r>
              <a:rPr lang="nl-NL" dirty="0"/>
              <a:t>    C --&gt; H{Lens met grote beeldhoek of goedkope lens?}</a:t>
            </a:r>
          </a:p>
          <a:p>
            <a:r>
              <a:rPr lang="nl-NL" dirty="0"/>
              <a:t>    H --&gt; |Ja| I[</a:t>
            </a:r>
            <a:r>
              <a:rPr lang="nl-NL" dirty="0" err="1"/>
              <a:t>Lensdistortie</a:t>
            </a:r>
            <a:r>
              <a:rPr lang="nl-NL" dirty="0"/>
              <a:t> correctie verplicht]</a:t>
            </a:r>
          </a:p>
          <a:p>
            <a:r>
              <a:rPr lang="nl-NL" dirty="0"/>
              <a:t>    H --&gt; |Nee, </a:t>
            </a:r>
            <a:r>
              <a:rPr lang="nl-NL" dirty="0" err="1"/>
              <a:t>telecentrische</a:t>
            </a:r>
            <a:r>
              <a:rPr lang="nl-NL" dirty="0"/>
              <a:t> of kwaliteitslens| J[Controleer residuele </a:t>
            </a:r>
            <a:r>
              <a:rPr lang="nl-NL" dirty="0" err="1"/>
              <a:t>distortie</a:t>
            </a:r>
            <a:r>
              <a:rPr lang="nl-NL" dirty="0"/>
              <a:t> kleiner dan 0.5px]</a:t>
            </a:r>
          </a:p>
          <a:p>
            <a:endParaRPr lang="nl-NL" dirty="0"/>
          </a:p>
          <a:p>
            <a:r>
              <a:rPr lang="nl-NL" dirty="0"/>
              <a:t>    I --&gt; K{Methode beschikbaar?}</a:t>
            </a:r>
          </a:p>
          <a:p>
            <a:r>
              <a:rPr lang="nl-NL" dirty="0"/>
              <a:t>    K --&gt; |Ja| L[Schaakbordpatroon </a:t>
            </a:r>
            <a:r>
              <a:rPr lang="nl-NL" dirty="0" err="1"/>
              <a:t>calibratie</a:t>
            </a:r>
            <a:r>
              <a:rPr lang="nl-NL" dirty="0"/>
              <a:t> bijv. </a:t>
            </a:r>
            <a:r>
              <a:rPr lang="nl-NL" dirty="0" err="1"/>
              <a:t>OpenCV</a:t>
            </a:r>
            <a:r>
              <a:rPr lang="nl-NL" dirty="0"/>
              <a:t> of </a:t>
            </a:r>
            <a:r>
              <a:rPr lang="nl-NL" dirty="0" err="1"/>
              <a:t>Halcon</a:t>
            </a:r>
            <a:r>
              <a:rPr lang="nl-NL" dirty="0"/>
              <a:t>]</a:t>
            </a:r>
          </a:p>
          <a:p>
            <a:r>
              <a:rPr lang="nl-NL" dirty="0"/>
              <a:t>    K --&gt; |Nee, geen patroon beschikbaar| M[Gebruik referentie-object met bekende afmetingen]</a:t>
            </a:r>
          </a:p>
          <a:p>
            <a:endParaRPr lang="nl-NL" dirty="0"/>
          </a:p>
          <a:p>
            <a:r>
              <a:rPr lang="nl-NL" dirty="0"/>
              <a:t>    L --&gt; N[Intrinsieke parameters bepalen: brandpuntsafstand, principaal punt, </a:t>
            </a:r>
            <a:r>
              <a:rPr lang="nl-NL" dirty="0" err="1"/>
              <a:t>distortiecoefficienten</a:t>
            </a:r>
            <a:r>
              <a:rPr lang="nl-NL" dirty="0"/>
              <a:t>]</a:t>
            </a:r>
          </a:p>
          <a:p>
            <a:r>
              <a:rPr lang="nl-NL" dirty="0"/>
              <a:t>    M --&gt; N</a:t>
            </a:r>
          </a:p>
          <a:p>
            <a:endParaRPr lang="nl-NL" dirty="0"/>
          </a:p>
          <a:p>
            <a:r>
              <a:rPr lang="nl-NL" dirty="0"/>
              <a:t>    N --&gt; O{Meerdere </a:t>
            </a:r>
            <a:r>
              <a:rPr lang="nl-NL" dirty="0" err="1"/>
              <a:t>cameras</a:t>
            </a:r>
            <a:r>
              <a:rPr lang="nl-NL" dirty="0"/>
              <a:t> of 3D setup?}</a:t>
            </a:r>
          </a:p>
          <a:p>
            <a:r>
              <a:rPr lang="nl-NL" dirty="0"/>
              <a:t>    O --&gt; |Ja| P[Extrinsieke </a:t>
            </a:r>
            <a:r>
              <a:rPr lang="nl-NL" dirty="0" err="1"/>
              <a:t>calibratie</a:t>
            </a:r>
            <a:r>
              <a:rPr lang="nl-NL" dirty="0"/>
              <a:t>: rotatie en translatie tussen </a:t>
            </a:r>
            <a:r>
              <a:rPr lang="nl-NL" dirty="0" err="1"/>
              <a:t>cameras</a:t>
            </a:r>
            <a:r>
              <a:rPr lang="nl-NL" dirty="0"/>
              <a:t> bepalen stereo </a:t>
            </a:r>
            <a:r>
              <a:rPr lang="nl-NL" dirty="0" err="1"/>
              <a:t>calibratie</a:t>
            </a:r>
            <a:r>
              <a:rPr lang="nl-NL" dirty="0"/>
              <a:t>]</a:t>
            </a:r>
          </a:p>
          <a:p>
            <a:r>
              <a:rPr lang="nl-NL" dirty="0"/>
              <a:t>    O --&gt; |Nee| Q[Pixel-naar-mm verhouding vaststellen met referentiemaat]</a:t>
            </a:r>
          </a:p>
          <a:p>
            <a:endParaRPr lang="nl-NL" dirty="0"/>
          </a:p>
          <a:p>
            <a:r>
              <a:rPr lang="nl-NL" dirty="0"/>
              <a:t>    F --&gt; R{Lichtbron stabiel en gecontroleerd?}</a:t>
            </a:r>
          </a:p>
          <a:p>
            <a:r>
              <a:rPr lang="nl-NL" dirty="0"/>
              <a:t>    R --&gt; |Nee, wisselend omgevingslicht| S[Eerst belichting stabiliseren of afschermen dan </a:t>
            </a:r>
            <a:r>
              <a:rPr lang="nl-NL" dirty="0" err="1"/>
              <a:t>calibreren</a:t>
            </a:r>
            <a:r>
              <a:rPr lang="nl-NL" dirty="0"/>
              <a:t>]</a:t>
            </a:r>
          </a:p>
          <a:p>
            <a:r>
              <a:rPr lang="nl-NL" dirty="0"/>
              <a:t>    R --&gt; |Ja| T{Cameratype?}</a:t>
            </a:r>
          </a:p>
          <a:p>
            <a:endParaRPr lang="nl-NL" dirty="0"/>
          </a:p>
          <a:p>
            <a:r>
              <a:rPr lang="nl-NL" dirty="0"/>
              <a:t>    T --&gt; |Kleurencamera RGB| U[Witbalans instellen met grijskaart of kleurkaart bijv. X-Rite </a:t>
            </a:r>
            <a:r>
              <a:rPr lang="nl-NL" dirty="0" err="1"/>
              <a:t>ColorChecker</a:t>
            </a:r>
            <a:r>
              <a:rPr lang="nl-NL" dirty="0"/>
              <a:t>]</a:t>
            </a:r>
          </a:p>
          <a:p>
            <a:r>
              <a:rPr lang="nl-NL" dirty="0"/>
              <a:t>    T --&gt; |Monochroom| V[Geen </a:t>
            </a:r>
            <a:r>
              <a:rPr lang="nl-NL" dirty="0" err="1"/>
              <a:t>kleurcalibratie</a:t>
            </a:r>
            <a:r>
              <a:rPr lang="nl-NL" dirty="0"/>
              <a:t> nodig - ga naar beeldkwaliteit]</a:t>
            </a:r>
          </a:p>
          <a:p>
            <a:endParaRPr lang="nl-NL" dirty="0"/>
          </a:p>
          <a:p>
            <a:r>
              <a:rPr lang="nl-NL" dirty="0"/>
              <a:t>    U --&gt; W[Gamma en kleurrespons </a:t>
            </a:r>
            <a:r>
              <a:rPr lang="nl-NL" dirty="0" err="1"/>
              <a:t>lineariseren</a:t>
            </a:r>
            <a:r>
              <a:rPr lang="nl-NL" dirty="0"/>
              <a:t> indien nodig voor meting]</a:t>
            </a:r>
          </a:p>
          <a:p>
            <a:endParaRPr lang="nl-NL" dirty="0"/>
          </a:p>
          <a:p>
            <a:r>
              <a:rPr lang="nl-NL" dirty="0"/>
              <a:t>    G --&gt; X{Is er overbelichting of onderbelichting zichtbaar?}</a:t>
            </a:r>
          </a:p>
          <a:p>
            <a:r>
              <a:rPr lang="nl-NL" dirty="0"/>
              <a:t>    V --&gt; X</a:t>
            </a:r>
          </a:p>
          <a:p>
            <a:endParaRPr lang="nl-NL" dirty="0"/>
          </a:p>
          <a:p>
            <a:r>
              <a:rPr lang="nl-NL" dirty="0"/>
              <a:t>    X --&gt; |Ja, uitgebrande </a:t>
            </a:r>
            <a:r>
              <a:rPr lang="nl-NL" dirty="0" err="1"/>
              <a:t>highlights</a:t>
            </a:r>
            <a:r>
              <a:rPr lang="nl-NL" dirty="0"/>
              <a:t> of volledig zwarte zones| Y{Oorzaak?}</a:t>
            </a:r>
          </a:p>
          <a:p>
            <a:r>
              <a:rPr lang="nl-NL" dirty="0"/>
              <a:t>    X --&gt; |Nee, histogram goed gespreid| Z[Beeldkwaliteit acceptabel - ga naar volgende stap]</a:t>
            </a:r>
          </a:p>
          <a:p>
            <a:endParaRPr lang="nl-NL" dirty="0"/>
          </a:p>
          <a:p>
            <a:r>
              <a:rPr lang="nl-NL" dirty="0"/>
              <a:t>    Y --&gt; |Te hoge belichtingstijd of </a:t>
            </a:r>
            <a:r>
              <a:rPr lang="nl-NL" dirty="0" err="1"/>
              <a:t>gain</a:t>
            </a:r>
            <a:r>
              <a:rPr lang="nl-NL" dirty="0"/>
              <a:t>| AA[Sluitertijd verkorten of </a:t>
            </a:r>
            <a:r>
              <a:rPr lang="nl-NL" dirty="0" err="1"/>
              <a:t>gain</a:t>
            </a:r>
            <a:r>
              <a:rPr lang="nl-NL" dirty="0"/>
              <a:t> verlagen]</a:t>
            </a:r>
          </a:p>
          <a:p>
            <a:r>
              <a:rPr lang="nl-NL" dirty="0"/>
              <a:t>    Y --&gt; |Te sterke lichtbron| AB[Lichtintensiteit reduceren of diffuser toevoegen]</a:t>
            </a:r>
          </a:p>
          <a:p>
            <a:r>
              <a:rPr lang="nl-NL" dirty="0"/>
              <a:t>    Y --&gt; |Reflectie van oppervlak| AC[Polarisatiefilter toepassen of belichtingshoek aanpassen]</a:t>
            </a:r>
          </a:p>
          <a:p>
            <a:endParaRPr lang="nl-NL" dirty="0"/>
          </a:p>
          <a:p>
            <a:r>
              <a:rPr lang="nl-NL" dirty="0"/>
              <a:t>    AA --&gt; AD{Histogram gecentreerd tussen 30 en 220 van 255?}</a:t>
            </a:r>
          </a:p>
          <a:p>
            <a:r>
              <a:rPr lang="nl-NL" dirty="0"/>
              <a:t>    AB --&gt; AD</a:t>
            </a:r>
          </a:p>
          <a:p>
            <a:r>
              <a:rPr lang="nl-NL" dirty="0"/>
              <a:t>    AC --&gt; AD</a:t>
            </a:r>
          </a:p>
          <a:p>
            <a:endParaRPr lang="nl-NL" dirty="0"/>
          </a:p>
          <a:p>
            <a:r>
              <a:rPr lang="nl-NL" dirty="0"/>
              <a:t>    AD --&gt; |Ja| AE[Belichting </a:t>
            </a:r>
            <a:r>
              <a:rPr lang="nl-NL" dirty="0" err="1"/>
              <a:t>gecalibreerd</a:t>
            </a:r>
            <a:r>
              <a:rPr lang="nl-NL" dirty="0"/>
              <a:t>]</a:t>
            </a:r>
          </a:p>
          <a:p>
            <a:r>
              <a:rPr lang="nl-NL" dirty="0"/>
              <a:t>    AD --&gt; |Nee| AF[Herhaal aanpassing iteratief]</a:t>
            </a:r>
          </a:p>
          <a:p>
            <a:endParaRPr lang="nl-NL" dirty="0"/>
          </a:p>
          <a:p>
            <a:r>
              <a:rPr lang="nl-NL" dirty="0"/>
              <a:t>    AE --&gt; AG{</a:t>
            </a:r>
            <a:r>
              <a:rPr lang="nl-NL" dirty="0" err="1"/>
              <a:t>Vignettingeffect</a:t>
            </a:r>
            <a:r>
              <a:rPr lang="nl-NL" dirty="0"/>
              <a:t> zichtbaar donkere hoeken?}</a:t>
            </a:r>
          </a:p>
          <a:p>
            <a:r>
              <a:rPr lang="nl-NL" dirty="0"/>
              <a:t>    Z --&gt; AG</a:t>
            </a:r>
          </a:p>
          <a:p>
            <a:endParaRPr lang="nl-NL" dirty="0"/>
          </a:p>
          <a:p>
            <a:r>
              <a:rPr lang="nl-NL" dirty="0"/>
              <a:t>    AG --&gt; |Ja| AH[Flat-field correctie uitvoeren uniform wit referentievlak fotograferen en normaliseren]</a:t>
            </a:r>
          </a:p>
          <a:p>
            <a:r>
              <a:rPr lang="nl-NL" dirty="0"/>
              <a:t>    AG --&gt; |Nee| AI[</a:t>
            </a:r>
            <a:r>
              <a:rPr lang="nl-NL" dirty="0" err="1"/>
              <a:t>Calibratie</a:t>
            </a:r>
            <a:r>
              <a:rPr lang="nl-NL" dirty="0"/>
              <a:t> volledig]</a:t>
            </a:r>
          </a:p>
          <a:p>
            <a:endParaRPr lang="nl-NL" dirty="0"/>
          </a:p>
          <a:p>
            <a:r>
              <a:rPr lang="nl-NL" dirty="0"/>
              <a:t>    AH --&gt; AI</a:t>
            </a:r>
          </a:p>
          <a:p>
            <a:r>
              <a:rPr lang="nl-NL" dirty="0"/>
              <a:t>    P --&gt; AI</a:t>
            </a:r>
          </a:p>
          <a:p>
            <a:r>
              <a:rPr lang="nl-NL" dirty="0"/>
              <a:t>    Q --&gt; AI</a:t>
            </a:r>
          </a:p>
          <a:p>
            <a:r>
              <a:rPr lang="nl-NL" dirty="0"/>
              <a:t>    W --&gt; AI</a:t>
            </a:r>
          </a:p>
          <a:p>
            <a:endParaRPr lang="nl-NL" dirty="0"/>
          </a:p>
          <a:p>
            <a:r>
              <a:rPr lang="nl-NL" dirty="0"/>
              <a:t>    AI([Systeem gereed voor ingebruikname])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30233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</a:t>
            </a:r>
            <a:r>
              <a:rPr lang="nl-NL" dirty="0" err="1"/>
              <a:t>Calibratie</a:t>
            </a:r>
            <a:r>
              <a:rPr lang="nl-NL" dirty="0"/>
              <a:t> starten]) --&gt; B{Wat is het primaire doel van het systeem?}</a:t>
            </a:r>
          </a:p>
          <a:p>
            <a:endParaRPr lang="nl-NL" dirty="0"/>
          </a:p>
          <a:p>
            <a:r>
              <a:rPr lang="nl-NL" dirty="0"/>
              <a:t>    B --&gt; |Maatinspectie of positiebepaling| C[Geometrische </a:t>
            </a:r>
            <a:r>
              <a:rPr lang="nl-NL" dirty="0" err="1"/>
              <a:t>calibratie</a:t>
            </a:r>
            <a:r>
              <a:rPr lang="nl-NL" dirty="0"/>
              <a:t> verplicht]</a:t>
            </a:r>
          </a:p>
          <a:p>
            <a:r>
              <a:rPr lang="nl-NL" dirty="0"/>
              <a:t>    B --&gt; |Defect detectie of classificatie| D{Is kleur een detectiekenmerk?}</a:t>
            </a:r>
          </a:p>
          <a:p>
            <a:r>
              <a:rPr lang="nl-NL" dirty="0"/>
              <a:t>    B --&gt; |Aanwezigheid of telling| E[Minimale </a:t>
            </a:r>
            <a:r>
              <a:rPr lang="nl-NL" dirty="0" err="1"/>
              <a:t>calibratie</a:t>
            </a:r>
            <a:r>
              <a:rPr lang="nl-NL" dirty="0"/>
              <a:t>: belichting stabiel houden]</a:t>
            </a:r>
          </a:p>
          <a:p>
            <a:endParaRPr lang="nl-NL" dirty="0"/>
          </a:p>
          <a:p>
            <a:r>
              <a:rPr lang="nl-NL" dirty="0"/>
              <a:t>    D --&gt; |Ja| F[</a:t>
            </a:r>
            <a:r>
              <a:rPr lang="nl-NL" dirty="0" err="1"/>
              <a:t>Kleurcalibratie</a:t>
            </a:r>
            <a:r>
              <a:rPr lang="nl-NL" dirty="0"/>
              <a:t> verplicht]</a:t>
            </a:r>
          </a:p>
          <a:p>
            <a:r>
              <a:rPr lang="nl-NL" dirty="0"/>
              <a:t>    D --&gt; |Nee| G[</a:t>
            </a:r>
            <a:r>
              <a:rPr lang="nl-NL" dirty="0" err="1"/>
              <a:t>Beeldkwaliteitscalibratie</a:t>
            </a:r>
            <a:r>
              <a:rPr lang="nl-NL" dirty="0"/>
              <a:t> voldoende]</a:t>
            </a:r>
          </a:p>
          <a:p>
            <a:endParaRPr lang="nl-NL" dirty="0"/>
          </a:p>
          <a:p>
            <a:r>
              <a:rPr lang="nl-NL" dirty="0"/>
              <a:t>    C --&gt; H{Lens met grote beeldhoek of goedkope lens?}</a:t>
            </a:r>
          </a:p>
          <a:p>
            <a:r>
              <a:rPr lang="nl-NL" dirty="0"/>
              <a:t>    H --&gt; |Ja| I[</a:t>
            </a:r>
            <a:r>
              <a:rPr lang="nl-NL" dirty="0" err="1"/>
              <a:t>Lensdistortie</a:t>
            </a:r>
            <a:r>
              <a:rPr lang="nl-NL" dirty="0"/>
              <a:t> correctie verplicht]</a:t>
            </a:r>
          </a:p>
          <a:p>
            <a:r>
              <a:rPr lang="nl-NL" dirty="0"/>
              <a:t>    H --&gt; |Nee, </a:t>
            </a:r>
            <a:r>
              <a:rPr lang="nl-NL" dirty="0" err="1"/>
              <a:t>telecentrische</a:t>
            </a:r>
            <a:r>
              <a:rPr lang="nl-NL" dirty="0"/>
              <a:t> of kwaliteitslens| J[Controleer residuele </a:t>
            </a:r>
            <a:r>
              <a:rPr lang="nl-NL" dirty="0" err="1"/>
              <a:t>distortie</a:t>
            </a:r>
            <a:r>
              <a:rPr lang="nl-NL" dirty="0"/>
              <a:t> kleiner dan 0.5px]</a:t>
            </a:r>
          </a:p>
          <a:p>
            <a:endParaRPr lang="nl-NL" dirty="0"/>
          </a:p>
          <a:p>
            <a:r>
              <a:rPr lang="nl-NL" dirty="0"/>
              <a:t>    I --&gt; K{Methode beschikbaar?}</a:t>
            </a:r>
          </a:p>
          <a:p>
            <a:r>
              <a:rPr lang="nl-NL" dirty="0"/>
              <a:t>    K --&gt; |Ja| L[Schaakbordpatroon </a:t>
            </a:r>
            <a:r>
              <a:rPr lang="nl-NL" dirty="0" err="1"/>
              <a:t>calibratie</a:t>
            </a:r>
            <a:r>
              <a:rPr lang="nl-NL" dirty="0"/>
              <a:t> bijv. </a:t>
            </a:r>
            <a:r>
              <a:rPr lang="nl-NL" dirty="0" err="1"/>
              <a:t>OpenCV</a:t>
            </a:r>
            <a:r>
              <a:rPr lang="nl-NL" dirty="0"/>
              <a:t> of </a:t>
            </a:r>
            <a:r>
              <a:rPr lang="nl-NL" dirty="0" err="1"/>
              <a:t>Halcon</a:t>
            </a:r>
            <a:r>
              <a:rPr lang="nl-NL" dirty="0"/>
              <a:t>]</a:t>
            </a:r>
          </a:p>
          <a:p>
            <a:r>
              <a:rPr lang="nl-NL" dirty="0"/>
              <a:t>    K --&gt; |Nee, geen patroon beschikbaar| M[Gebruik referentie-object met bekende afmetingen]</a:t>
            </a:r>
          </a:p>
          <a:p>
            <a:endParaRPr lang="nl-NL" dirty="0"/>
          </a:p>
          <a:p>
            <a:r>
              <a:rPr lang="nl-NL" dirty="0"/>
              <a:t>    L --&gt; N[Intrinsieke parameters bepalen: brandpuntsafstand, principaal punt, </a:t>
            </a:r>
            <a:r>
              <a:rPr lang="nl-NL" dirty="0" err="1"/>
              <a:t>distortiecoefficienten</a:t>
            </a:r>
            <a:r>
              <a:rPr lang="nl-NL" dirty="0"/>
              <a:t>]</a:t>
            </a:r>
          </a:p>
          <a:p>
            <a:r>
              <a:rPr lang="nl-NL" dirty="0"/>
              <a:t>    M --&gt; N</a:t>
            </a:r>
          </a:p>
          <a:p>
            <a:endParaRPr lang="nl-NL" dirty="0"/>
          </a:p>
          <a:p>
            <a:r>
              <a:rPr lang="nl-NL" dirty="0"/>
              <a:t>    N --&gt; O{Meerdere </a:t>
            </a:r>
            <a:r>
              <a:rPr lang="nl-NL" dirty="0" err="1"/>
              <a:t>cameras</a:t>
            </a:r>
            <a:r>
              <a:rPr lang="nl-NL" dirty="0"/>
              <a:t> of 3D setup?}</a:t>
            </a:r>
          </a:p>
          <a:p>
            <a:r>
              <a:rPr lang="nl-NL" dirty="0"/>
              <a:t>    O --&gt; |Ja| P[Extrinsieke </a:t>
            </a:r>
            <a:r>
              <a:rPr lang="nl-NL" dirty="0" err="1"/>
              <a:t>calibratie</a:t>
            </a:r>
            <a:r>
              <a:rPr lang="nl-NL" dirty="0"/>
              <a:t>: rotatie en translatie tussen </a:t>
            </a:r>
            <a:r>
              <a:rPr lang="nl-NL" dirty="0" err="1"/>
              <a:t>cameras</a:t>
            </a:r>
            <a:r>
              <a:rPr lang="nl-NL" dirty="0"/>
              <a:t> bepalen stereo </a:t>
            </a:r>
            <a:r>
              <a:rPr lang="nl-NL" dirty="0" err="1"/>
              <a:t>calibratie</a:t>
            </a:r>
            <a:r>
              <a:rPr lang="nl-NL" dirty="0"/>
              <a:t>]</a:t>
            </a:r>
          </a:p>
          <a:p>
            <a:r>
              <a:rPr lang="nl-NL" dirty="0"/>
              <a:t>    O --&gt; |Nee| Q[Pixel-naar-mm verhouding vaststellen met referentiemaat]</a:t>
            </a:r>
          </a:p>
          <a:p>
            <a:endParaRPr lang="nl-NL" dirty="0"/>
          </a:p>
          <a:p>
            <a:r>
              <a:rPr lang="nl-NL" dirty="0"/>
              <a:t>    F --&gt; R{Lichtbron stabiel en gecontroleerd?}</a:t>
            </a:r>
          </a:p>
          <a:p>
            <a:r>
              <a:rPr lang="nl-NL" dirty="0"/>
              <a:t>    R --&gt; |Nee, wisselend omgevingslicht| S[Eerst belichting stabiliseren of afschermen dan </a:t>
            </a:r>
            <a:r>
              <a:rPr lang="nl-NL" dirty="0" err="1"/>
              <a:t>calibreren</a:t>
            </a:r>
            <a:r>
              <a:rPr lang="nl-NL" dirty="0"/>
              <a:t>]</a:t>
            </a:r>
          </a:p>
          <a:p>
            <a:r>
              <a:rPr lang="nl-NL" dirty="0"/>
              <a:t>    R --&gt; |Ja| T{Cameratype?}</a:t>
            </a:r>
          </a:p>
          <a:p>
            <a:endParaRPr lang="nl-NL" dirty="0"/>
          </a:p>
          <a:p>
            <a:r>
              <a:rPr lang="nl-NL" dirty="0"/>
              <a:t>    T --&gt; |Kleurencamera RGB| U[Witbalans instellen met grijskaart of kleurkaart bijv. X-Rite </a:t>
            </a:r>
            <a:r>
              <a:rPr lang="nl-NL" dirty="0" err="1"/>
              <a:t>ColorChecker</a:t>
            </a:r>
            <a:r>
              <a:rPr lang="nl-NL" dirty="0"/>
              <a:t>]</a:t>
            </a:r>
          </a:p>
          <a:p>
            <a:r>
              <a:rPr lang="nl-NL" dirty="0"/>
              <a:t>    T --&gt; |Monochroom| V[Geen </a:t>
            </a:r>
            <a:r>
              <a:rPr lang="nl-NL" dirty="0" err="1"/>
              <a:t>kleurcalibratie</a:t>
            </a:r>
            <a:r>
              <a:rPr lang="nl-NL" dirty="0"/>
              <a:t> nodig - ga naar beeldkwaliteit]</a:t>
            </a:r>
          </a:p>
          <a:p>
            <a:endParaRPr lang="nl-NL" dirty="0"/>
          </a:p>
          <a:p>
            <a:r>
              <a:rPr lang="nl-NL" dirty="0"/>
              <a:t>    U --&gt; W[Gamma en kleurrespons </a:t>
            </a:r>
            <a:r>
              <a:rPr lang="nl-NL" dirty="0" err="1"/>
              <a:t>lineariseren</a:t>
            </a:r>
            <a:r>
              <a:rPr lang="nl-NL" dirty="0"/>
              <a:t> indien nodig voor meting]</a:t>
            </a:r>
          </a:p>
          <a:p>
            <a:endParaRPr lang="nl-NL" dirty="0"/>
          </a:p>
          <a:p>
            <a:r>
              <a:rPr lang="nl-NL" dirty="0"/>
              <a:t>    G --&gt; X{Is er overbelichting of onderbelichting zichtbaar?}</a:t>
            </a:r>
          </a:p>
          <a:p>
            <a:r>
              <a:rPr lang="nl-NL" dirty="0"/>
              <a:t>    V --&gt; X</a:t>
            </a:r>
          </a:p>
          <a:p>
            <a:endParaRPr lang="nl-NL" dirty="0"/>
          </a:p>
          <a:p>
            <a:r>
              <a:rPr lang="nl-NL" dirty="0"/>
              <a:t>    X --&gt; |Ja, uitgebrande </a:t>
            </a:r>
            <a:r>
              <a:rPr lang="nl-NL" dirty="0" err="1"/>
              <a:t>highlights</a:t>
            </a:r>
            <a:r>
              <a:rPr lang="nl-NL" dirty="0"/>
              <a:t> of volledig zwarte zones| Y{Oorzaak?}</a:t>
            </a:r>
          </a:p>
          <a:p>
            <a:r>
              <a:rPr lang="nl-NL" dirty="0"/>
              <a:t>    X --&gt; |Nee, histogram goed gespreid| Z[Beeldkwaliteit acceptabel - ga naar volgende stap]</a:t>
            </a:r>
          </a:p>
          <a:p>
            <a:endParaRPr lang="nl-NL" dirty="0"/>
          </a:p>
          <a:p>
            <a:r>
              <a:rPr lang="nl-NL" dirty="0"/>
              <a:t>    Y --&gt; |Te hoge belichtingstijd of </a:t>
            </a:r>
            <a:r>
              <a:rPr lang="nl-NL" dirty="0" err="1"/>
              <a:t>gain</a:t>
            </a:r>
            <a:r>
              <a:rPr lang="nl-NL" dirty="0"/>
              <a:t>| AA[Sluitertijd verkorten of </a:t>
            </a:r>
            <a:r>
              <a:rPr lang="nl-NL" dirty="0" err="1"/>
              <a:t>gain</a:t>
            </a:r>
            <a:r>
              <a:rPr lang="nl-NL" dirty="0"/>
              <a:t> verlagen]</a:t>
            </a:r>
          </a:p>
          <a:p>
            <a:r>
              <a:rPr lang="nl-NL" dirty="0"/>
              <a:t>    Y --&gt; |Te sterke lichtbron| AB[Lichtintensiteit reduceren of diffuser toevoegen]</a:t>
            </a:r>
          </a:p>
          <a:p>
            <a:r>
              <a:rPr lang="nl-NL" dirty="0"/>
              <a:t>    Y --&gt; |Reflectie van oppervlak| AC[Polarisatiefilter toepassen of belichtingshoek aanpassen]</a:t>
            </a:r>
          </a:p>
          <a:p>
            <a:endParaRPr lang="nl-NL" dirty="0"/>
          </a:p>
          <a:p>
            <a:r>
              <a:rPr lang="nl-NL" dirty="0"/>
              <a:t>    AA --&gt; AD{Histogram gecentreerd tussen 30 en 220 van 255?}</a:t>
            </a:r>
          </a:p>
          <a:p>
            <a:r>
              <a:rPr lang="nl-NL" dirty="0"/>
              <a:t>    AB --&gt; AD</a:t>
            </a:r>
          </a:p>
          <a:p>
            <a:r>
              <a:rPr lang="nl-NL" dirty="0"/>
              <a:t>    AC --&gt; AD</a:t>
            </a:r>
          </a:p>
          <a:p>
            <a:endParaRPr lang="nl-NL" dirty="0"/>
          </a:p>
          <a:p>
            <a:r>
              <a:rPr lang="nl-NL" dirty="0"/>
              <a:t>    AD --&gt; |Ja| AE[Belichting </a:t>
            </a:r>
            <a:r>
              <a:rPr lang="nl-NL" dirty="0" err="1"/>
              <a:t>gecalibreerd</a:t>
            </a:r>
            <a:r>
              <a:rPr lang="nl-NL" dirty="0"/>
              <a:t>]</a:t>
            </a:r>
          </a:p>
          <a:p>
            <a:r>
              <a:rPr lang="nl-NL" dirty="0"/>
              <a:t>    AD --&gt; |Nee| AF[Herhaal aanpassing iteratief]</a:t>
            </a:r>
          </a:p>
          <a:p>
            <a:endParaRPr lang="nl-NL" dirty="0"/>
          </a:p>
          <a:p>
            <a:r>
              <a:rPr lang="nl-NL" dirty="0"/>
              <a:t>    AE --&gt; AG{</a:t>
            </a:r>
            <a:r>
              <a:rPr lang="nl-NL" dirty="0" err="1"/>
              <a:t>Vignettingeffect</a:t>
            </a:r>
            <a:r>
              <a:rPr lang="nl-NL" dirty="0"/>
              <a:t> zichtbaar donkere hoeken?}</a:t>
            </a:r>
          </a:p>
          <a:p>
            <a:r>
              <a:rPr lang="nl-NL" dirty="0"/>
              <a:t>    Z --&gt; AG</a:t>
            </a:r>
          </a:p>
          <a:p>
            <a:endParaRPr lang="nl-NL" dirty="0"/>
          </a:p>
          <a:p>
            <a:r>
              <a:rPr lang="nl-NL" dirty="0"/>
              <a:t>    AG --&gt; |Ja| AH[Flat-field correctie uitvoeren uniform wit referentievlak fotograferen en normaliseren]</a:t>
            </a:r>
          </a:p>
          <a:p>
            <a:r>
              <a:rPr lang="nl-NL" dirty="0"/>
              <a:t>    AG --&gt; |Nee| AI[</a:t>
            </a:r>
            <a:r>
              <a:rPr lang="nl-NL" dirty="0" err="1"/>
              <a:t>Calibratie</a:t>
            </a:r>
            <a:r>
              <a:rPr lang="nl-NL" dirty="0"/>
              <a:t> volledig]</a:t>
            </a:r>
          </a:p>
          <a:p>
            <a:endParaRPr lang="nl-NL" dirty="0"/>
          </a:p>
          <a:p>
            <a:r>
              <a:rPr lang="nl-NL" dirty="0"/>
              <a:t>    AH --&gt; AI</a:t>
            </a:r>
          </a:p>
          <a:p>
            <a:r>
              <a:rPr lang="nl-NL" dirty="0"/>
              <a:t>    P --&gt; AI</a:t>
            </a:r>
          </a:p>
          <a:p>
            <a:r>
              <a:rPr lang="nl-NL" dirty="0"/>
              <a:t>    Q --&gt; AI</a:t>
            </a:r>
          </a:p>
          <a:p>
            <a:r>
              <a:rPr lang="nl-NL" dirty="0"/>
              <a:t>    W --&gt; AI</a:t>
            </a:r>
          </a:p>
          <a:p>
            <a:endParaRPr lang="nl-NL" dirty="0"/>
          </a:p>
          <a:p>
            <a:r>
              <a:rPr lang="nl-NL" dirty="0"/>
              <a:t>    AI([Systeem gereed voor ingebruikname])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012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A([Lens kiezen: start hier]) --&gt; B{Wat is het primaire doel?}</a:t>
            </a:r>
          </a:p>
          <a:p>
            <a:endParaRPr lang="nl-NL" dirty="0"/>
          </a:p>
          <a:p>
            <a:r>
              <a:rPr lang="nl-NL" dirty="0"/>
              <a:t>    B --&gt; |Maatinspectie hoge nauwkeurigheid| C[</a:t>
            </a:r>
            <a:r>
              <a:rPr lang="nl-NL" dirty="0" err="1"/>
              <a:t>Telecentrische</a:t>
            </a:r>
            <a:r>
              <a:rPr lang="nl-NL" dirty="0"/>
              <a:t> lens overwegen]</a:t>
            </a:r>
          </a:p>
          <a:p>
            <a:r>
              <a:rPr lang="nl-NL" dirty="0"/>
              <a:t>    B --&gt; |Defect detectie oppervlak| D{Hoe groot is het object of veld?}</a:t>
            </a:r>
          </a:p>
          <a:p>
            <a:r>
              <a:rPr lang="nl-NL" dirty="0"/>
              <a:t>    B --&gt; |Aanwezigheid of positie globaal| E[Standaard 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focal</a:t>
            </a:r>
            <a:r>
              <a:rPr lang="nl-NL" dirty="0"/>
              <a:t> lens volstaat]</a:t>
            </a:r>
          </a:p>
          <a:p>
            <a:r>
              <a:rPr lang="nl-NL" dirty="0"/>
              <a:t>    B --&gt; |Macro detail of kleine features| F[Macro lens of extension tube]</a:t>
            </a:r>
          </a:p>
          <a:p>
            <a:endParaRPr lang="nl-NL" dirty="0"/>
          </a:p>
          <a:p>
            <a:r>
              <a:rPr lang="nl-NL" dirty="0"/>
              <a:t>    C --&gt; G{Parallaxvrij absoluut vereist?}</a:t>
            </a:r>
          </a:p>
          <a:p>
            <a:r>
              <a:rPr lang="nl-NL" dirty="0"/>
              <a:t>    G --&gt; |Ja maatafwijking door hoek niet acceptabel| H[</a:t>
            </a:r>
            <a:r>
              <a:rPr lang="nl-NL" dirty="0" err="1"/>
              <a:t>Telecentrische</a:t>
            </a:r>
            <a:r>
              <a:rPr lang="nl-NL" dirty="0"/>
              <a:t> lens verplicht]</a:t>
            </a:r>
          </a:p>
          <a:p>
            <a:r>
              <a:rPr lang="nl-NL" dirty="0"/>
              <a:t>    G --&gt; |Nee tolerantie aanwezig| D</a:t>
            </a:r>
          </a:p>
          <a:p>
            <a:endParaRPr lang="nl-NL" dirty="0"/>
          </a:p>
          <a:p>
            <a:r>
              <a:rPr lang="nl-NL" dirty="0"/>
              <a:t>    D --&gt; |Kleiner dan 50mm| I[Macro of korte brandpuntsafstand 12 tot 25mm]</a:t>
            </a:r>
          </a:p>
          <a:p>
            <a:r>
              <a:rPr lang="nl-NL" dirty="0"/>
              <a:t>    D --&gt; |50mm tot 300mm| J[Standaard </a:t>
            </a:r>
            <a:r>
              <a:rPr lang="nl-NL" dirty="0" err="1"/>
              <a:t>industriele</a:t>
            </a:r>
            <a:r>
              <a:rPr lang="nl-NL" dirty="0"/>
              <a:t> lens 25 tot 75mm]</a:t>
            </a:r>
          </a:p>
          <a:p>
            <a:r>
              <a:rPr lang="nl-NL" dirty="0"/>
              <a:t>    D --&gt; |Groter dan 300mm| K[Groothoek of lijnscanlens of meerdere </a:t>
            </a:r>
            <a:r>
              <a:rPr lang="nl-NL" dirty="0" err="1"/>
              <a:t>cameras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H --&gt; L([Ga naar verdiepte boom: </a:t>
            </a:r>
            <a:r>
              <a:rPr lang="nl-NL" dirty="0" err="1"/>
              <a:t>Telecentrische</a:t>
            </a:r>
            <a:r>
              <a:rPr lang="nl-NL" dirty="0"/>
              <a:t> lens])</a:t>
            </a:r>
          </a:p>
          <a:p>
            <a:r>
              <a:rPr lang="nl-NL" dirty="0"/>
              <a:t>    I --&gt; M([Ga naar verdiepte boom: Brandpuntsafstand berekening])</a:t>
            </a:r>
          </a:p>
          <a:p>
            <a:r>
              <a:rPr lang="nl-NL" dirty="0"/>
              <a:t>    J --&gt; M</a:t>
            </a:r>
          </a:p>
          <a:p>
            <a:r>
              <a:rPr lang="nl-NL" dirty="0"/>
              <a:t>    K --&gt; M</a:t>
            </a:r>
          </a:p>
          <a:p>
            <a:r>
              <a:rPr lang="nl-NL" dirty="0"/>
              <a:t>    E --&gt; M</a:t>
            </a:r>
          </a:p>
          <a:p>
            <a:r>
              <a:rPr lang="nl-NL" dirty="0"/>
              <a:t>    F --&gt; N([Ga naar verdiepte boom: Macro en close-up])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2478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A([Brandpuntsafstand bepalen]) --&gt; B{Sensorformaat bekend?}</a:t>
            </a:r>
          </a:p>
          <a:p>
            <a:endParaRPr lang="nl-NL" dirty="0"/>
          </a:p>
          <a:p>
            <a:r>
              <a:rPr lang="nl-NL" dirty="0"/>
              <a:t>    B --&gt; |Nee| C[Bepaal eerst sensorformaat van gekozen camera]</a:t>
            </a:r>
          </a:p>
          <a:p>
            <a:r>
              <a:rPr lang="nl-NL" dirty="0"/>
              <a:t>    B --&gt; |Ja| D{Sensorformaat?}</a:t>
            </a:r>
          </a:p>
          <a:p>
            <a:endParaRPr lang="nl-NL" dirty="0"/>
          </a:p>
          <a:p>
            <a:r>
              <a:rPr lang="nl-NL" dirty="0"/>
              <a:t>    C --&gt; D</a:t>
            </a:r>
          </a:p>
          <a:p>
            <a:endParaRPr lang="nl-NL" dirty="0"/>
          </a:p>
          <a:p>
            <a:r>
              <a:rPr lang="nl-NL" dirty="0"/>
              <a:t>    D --&gt; |1/4 inch sensorhoogte 2.7mm| E[Klein sensor: hogere brandpuntsafstand nodig voor zelfde FOV]</a:t>
            </a:r>
          </a:p>
          <a:p>
            <a:r>
              <a:rPr lang="nl-NL" dirty="0"/>
              <a:t>    D --&gt; |1/3 inch sensorhoogte 3.6mm| F[Standaard compact formaat]</a:t>
            </a:r>
          </a:p>
          <a:p>
            <a:r>
              <a:rPr lang="nl-NL" dirty="0"/>
              <a:t>    D --&gt; |1/2 inch sensorhoogte 4.8mm| G[Meest gebruikte </a:t>
            </a:r>
            <a:r>
              <a:rPr lang="nl-NL" dirty="0" err="1"/>
              <a:t>industriele</a:t>
            </a:r>
            <a:r>
              <a:rPr lang="nl-NL" dirty="0"/>
              <a:t> formaat]</a:t>
            </a:r>
          </a:p>
          <a:p>
            <a:r>
              <a:rPr lang="nl-NL" dirty="0"/>
              <a:t>    D --&gt; |2/3 inch sensorhoogte 6.6mm| H[Groter formaat betere lenskwaliteit vereist]</a:t>
            </a:r>
          </a:p>
          <a:p>
            <a:r>
              <a:rPr lang="nl-NL" dirty="0"/>
              <a:t>    D --&gt; |1 inch sensorhoogte 9.6mm| I[Groot formaat full-frame </a:t>
            </a:r>
            <a:r>
              <a:rPr lang="nl-NL" dirty="0" err="1"/>
              <a:t>industriele</a:t>
            </a:r>
            <a:r>
              <a:rPr lang="nl-NL" dirty="0"/>
              <a:t> lens vereist]</a:t>
            </a:r>
          </a:p>
          <a:p>
            <a:endParaRPr lang="nl-NL" dirty="0"/>
          </a:p>
          <a:p>
            <a:r>
              <a:rPr lang="nl-NL" dirty="0"/>
              <a:t>    E --&gt; J{Wat is de gewenste veldgrootte FOV breedte?}</a:t>
            </a:r>
          </a:p>
          <a:p>
            <a:r>
              <a:rPr lang="nl-NL" dirty="0"/>
              <a:t>    F --&gt; J</a:t>
            </a:r>
          </a:p>
          <a:p>
            <a:r>
              <a:rPr lang="nl-NL" dirty="0"/>
              <a:t>    G --&gt; J</a:t>
            </a:r>
          </a:p>
          <a:p>
            <a:r>
              <a:rPr lang="nl-NL" dirty="0"/>
              <a:t>    H --&gt; J</a:t>
            </a:r>
          </a:p>
          <a:p>
            <a:r>
              <a:rPr lang="nl-NL" dirty="0"/>
              <a:t>    I --&gt; J</a:t>
            </a:r>
          </a:p>
          <a:p>
            <a:endParaRPr lang="nl-NL" dirty="0"/>
          </a:p>
          <a:p>
            <a:r>
              <a:rPr lang="nl-NL" dirty="0"/>
              <a:t>    J --&gt; K{Wat is de werkafstand WD camera tot object?}</a:t>
            </a:r>
          </a:p>
          <a:p>
            <a:endParaRPr lang="nl-NL" dirty="0"/>
          </a:p>
          <a:p>
            <a:r>
              <a:rPr lang="nl-NL" dirty="0"/>
              <a:t>    K --&gt; L[Bereken brandpuntsafstand: f = WD x sensorhoogte gedeeld door FOV hoogte]</a:t>
            </a:r>
          </a:p>
          <a:p>
            <a:endParaRPr lang="nl-NL" dirty="0"/>
          </a:p>
          <a:p>
            <a:r>
              <a:rPr lang="nl-NL" dirty="0"/>
              <a:t>    L --&gt; M{Berekende brandpuntsafstand?}</a:t>
            </a:r>
          </a:p>
          <a:p>
            <a:endParaRPr lang="nl-NL" dirty="0"/>
          </a:p>
          <a:p>
            <a:r>
              <a:rPr lang="nl-NL" dirty="0"/>
              <a:t>    M --&gt; |kleiner dan 12mm| N[Groothoeklens let op verhoogde </a:t>
            </a:r>
            <a:r>
              <a:rPr lang="nl-NL" dirty="0" err="1"/>
              <a:t>distortie</a:t>
            </a:r>
            <a:r>
              <a:rPr lang="nl-NL" dirty="0"/>
              <a:t>]</a:t>
            </a:r>
          </a:p>
          <a:p>
            <a:r>
              <a:rPr lang="nl-NL" dirty="0"/>
              <a:t>    M --&gt; |12mm tot 25mm| O[Korte brandpuntsafstand geschikt voor dichtbij en breed veld]</a:t>
            </a:r>
          </a:p>
          <a:p>
            <a:r>
              <a:rPr lang="nl-NL" dirty="0"/>
              <a:t>    M --&gt; |25mm tot 50mm| P[Standaard </a:t>
            </a:r>
            <a:r>
              <a:rPr lang="nl-NL" dirty="0" err="1"/>
              <a:t>industriele</a:t>
            </a:r>
            <a:r>
              <a:rPr lang="nl-NL" dirty="0"/>
              <a:t> lens meest beschikbaar en scherp]</a:t>
            </a:r>
          </a:p>
          <a:p>
            <a:r>
              <a:rPr lang="nl-NL" dirty="0"/>
              <a:t>    M --&gt; |50mm tot 75mm| Q[Telelens grotere werkafstand minder perspectief]</a:t>
            </a:r>
          </a:p>
          <a:p>
            <a:r>
              <a:rPr lang="nl-NL" dirty="0"/>
              <a:t>    M --&gt; |groter dan 75mm| R[Lange brandpuntsafstand of </a:t>
            </a:r>
            <a:r>
              <a:rPr lang="nl-NL" dirty="0" err="1"/>
              <a:t>telecentrisch</a:t>
            </a:r>
            <a:r>
              <a:rPr lang="nl-NL" dirty="0"/>
              <a:t> bij maatinspectie]</a:t>
            </a:r>
          </a:p>
          <a:p>
            <a:endParaRPr lang="nl-NL" dirty="0"/>
          </a:p>
          <a:p>
            <a:r>
              <a:rPr lang="nl-NL" dirty="0"/>
              <a:t>    N --&gt; S{</a:t>
            </a:r>
            <a:r>
              <a:rPr lang="nl-NL" dirty="0" err="1"/>
              <a:t>Distortie</a:t>
            </a:r>
            <a:r>
              <a:rPr lang="nl-NL" dirty="0"/>
              <a:t> acceptabel voor toepassing?}</a:t>
            </a:r>
          </a:p>
          <a:p>
            <a:r>
              <a:rPr lang="nl-NL" dirty="0"/>
              <a:t>    S --&gt; |Nee maatinspectie| T[Kies langere werkafstand of </a:t>
            </a:r>
            <a:r>
              <a:rPr lang="nl-NL" dirty="0" err="1"/>
              <a:t>telecentrische</a:t>
            </a:r>
            <a:r>
              <a:rPr lang="nl-NL" dirty="0"/>
              <a:t> lens]</a:t>
            </a:r>
          </a:p>
          <a:p>
            <a:r>
              <a:rPr lang="nl-NL" dirty="0"/>
              <a:t>    S --&gt; |Ja detectie of aanwezigheid| U[Groothoeklens met </a:t>
            </a:r>
            <a:r>
              <a:rPr lang="nl-NL" dirty="0" err="1"/>
              <a:t>distortiecorrectie</a:t>
            </a:r>
            <a:r>
              <a:rPr lang="nl-NL" dirty="0"/>
              <a:t> in software]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94868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A([Lenstype kiezen]) --&gt; B{Nauwkeurigheidseis van de meting?}</a:t>
            </a:r>
          </a:p>
          <a:p>
            <a:endParaRPr lang="nl-NL" dirty="0"/>
          </a:p>
          <a:p>
            <a:r>
              <a:rPr lang="nl-NL" dirty="0"/>
              <a:t>    B --&gt; |Hoog kleiner dan 0.1mm of parallaxvrij vereist| C{Veldgrootte kleiner dan 100mm?}</a:t>
            </a:r>
          </a:p>
          <a:p>
            <a:r>
              <a:rPr lang="nl-NL" dirty="0"/>
              <a:t>    B --&gt; |Middel 0.1mm tot 1mm| D[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focal</a:t>
            </a:r>
            <a:r>
              <a:rPr lang="nl-NL" dirty="0"/>
              <a:t> lens </a:t>
            </a:r>
            <a:r>
              <a:rPr lang="nl-NL" dirty="0" err="1"/>
              <a:t>industriele</a:t>
            </a:r>
            <a:r>
              <a:rPr lang="nl-NL" dirty="0"/>
              <a:t> kwaliteit]</a:t>
            </a:r>
          </a:p>
          <a:p>
            <a:r>
              <a:rPr lang="nl-NL" dirty="0"/>
              <a:t>    B --&gt; |Laag groter dan 1mm of detectie| E[Standaard C-</a:t>
            </a:r>
            <a:r>
              <a:rPr lang="nl-NL" dirty="0" err="1"/>
              <a:t>mount</a:t>
            </a:r>
            <a:r>
              <a:rPr lang="nl-NL" dirty="0"/>
              <a:t> of CS-</a:t>
            </a:r>
            <a:r>
              <a:rPr lang="nl-NL" dirty="0" err="1"/>
              <a:t>mount</a:t>
            </a:r>
            <a:r>
              <a:rPr lang="nl-NL" dirty="0"/>
              <a:t> lens]</a:t>
            </a:r>
          </a:p>
          <a:p>
            <a:endParaRPr lang="nl-NL" dirty="0"/>
          </a:p>
          <a:p>
            <a:r>
              <a:rPr lang="nl-NL" dirty="0"/>
              <a:t>    C --&gt; |Ja| F[</a:t>
            </a:r>
            <a:r>
              <a:rPr lang="nl-NL" dirty="0" err="1"/>
              <a:t>Telecentrische</a:t>
            </a:r>
            <a:r>
              <a:rPr lang="nl-NL" dirty="0"/>
              <a:t> lens ideaal voor maatinspectie]</a:t>
            </a:r>
          </a:p>
          <a:p>
            <a:r>
              <a:rPr lang="nl-NL" dirty="0"/>
              <a:t>    C --&gt; |Nee veld te groot voor </a:t>
            </a:r>
            <a:r>
              <a:rPr lang="nl-NL" dirty="0" err="1"/>
              <a:t>telecentrisme</a:t>
            </a:r>
            <a:r>
              <a:rPr lang="nl-NL" dirty="0"/>
              <a:t>| G[Hoge kwaliteit 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focal</a:t>
            </a:r>
            <a:r>
              <a:rPr lang="nl-NL" dirty="0"/>
              <a:t> met </a:t>
            </a:r>
            <a:r>
              <a:rPr lang="nl-NL" dirty="0" err="1"/>
              <a:t>distortiecorrectie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F --&gt; H{Budget?}</a:t>
            </a:r>
          </a:p>
          <a:p>
            <a:r>
              <a:rPr lang="nl-NL" dirty="0"/>
              <a:t>    H --&gt; |groter dan 500 euro| I[</a:t>
            </a:r>
            <a:r>
              <a:rPr lang="nl-NL" dirty="0" err="1"/>
              <a:t>Industriele</a:t>
            </a:r>
            <a:r>
              <a:rPr lang="nl-NL" dirty="0"/>
              <a:t> </a:t>
            </a:r>
            <a:r>
              <a:rPr lang="nl-NL" dirty="0" err="1"/>
              <a:t>telecentrische</a:t>
            </a:r>
            <a:r>
              <a:rPr lang="nl-NL" dirty="0"/>
              <a:t> lens bijv. </a:t>
            </a:r>
            <a:r>
              <a:rPr lang="nl-NL" dirty="0" err="1"/>
              <a:t>Opto</a:t>
            </a:r>
            <a:r>
              <a:rPr lang="nl-NL" dirty="0"/>
              <a:t> Engineering of Edmund </a:t>
            </a:r>
            <a:r>
              <a:rPr lang="nl-NL" dirty="0" err="1"/>
              <a:t>Optics</a:t>
            </a:r>
            <a:r>
              <a:rPr lang="nl-NL" dirty="0"/>
              <a:t>]</a:t>
            </a:r>
          </a:p>
          <a:p>
            <a:r>
              <a:rPr lang="nl-NL" dirty="0"/>
              <a:t>    H --&gt; |100 tot 500 euro| J[Instap </a:t>
            </a:r>
            <a:r>
              <a:rPr lang="nl-NL" dirty="0" err="1"/>
              <a:t>telecentrische</a:t>
            </a:r>
            <a:r>
              <a:rPr lang="nl-NL" dirty="0"/>
              <a:t> lens controleer NA en DOF]</a:t>
            </a:r>
          </a:p>
          <a:p>
            <a:r>
              <a:rPr lang="nl-NL" dirty="0"/>
              <a:t>    H --&gt; |kleiner dan 100 euro| K[</a:t>
            </a:r>
            <a:r>
              <a:rPr lang="nl-NL" dirty="0" err="1"/>
              <a:t>Telecentrisch</a:t>
            </a:r>
            <a:r>
              <a:rPr lang="nl-NL" dirty="0"/>
              <a:t> niet haalbaar gebruik 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focal</a:t>
            </a:r>
            <a:r>
              <a:rPr lang="nl-NL" dirty="0"/>
              <a:t> met </a:t>
            </a:r>
            <a:r>
              <a:rPr lang="nl-NL" dirty="0" err="1"/>
              <a:t>calibratie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D --&gt; L{Sensorformaat van de camera?}</a:t>
            </a:r>
          </a:p>
          <a:p>
            <a:r>
              <a:rPr lang="nl-NL" dirty="0"/>
              <a:t>    E --&gt; L</a:t>
            </a:r>
          </a:p>
          <a:p>
            <a:endParaRPr lang="nl-NL" dirty="0"/>
          </a:p>
          <a:p>
            <a:r>
              <a:rPr lang="nl-NL" dirty="0"/>
              <a:t>    L --&gt; |kleiner dan of gelijk aan 1/2 inch| M[C-</a:t>
            </a:r>
            <a:r>
              <a:rPr lang="nl-NL" dirty="0" err="1"/>
              <a:t>mount</a:t>
            </a:r>
            <a:r>
              <a:rPr lang="nl-NL" dirty="0"/>
              <a:t> of CS-</a:t>
            </a:r>
            <a:r>
              <a:rPr lang="nl-NL" dirty="0" err="1"/>
              <a:t>mount</a:t>
            </a:r>
            <a:r>
              <a:rPr lang="nl-NL" dirty="0"/>
              <a:t> lens volstaat]</a:t>
            </a:r>
          </a:p>
          <a:p>
            <a:r>
              <a:rPr lang="nl-NL" dirty="0"/>
              <a:t>    L --&gt; |2/3 inch of groter| N[Controleer of lens het sensorformaat dekt anders vignettering]</a:t>
            </a:r>
          </a:p>
          <a:p>
            <a:endParaRPr lang="nl-NL" dirty="0"/>
          </a:p>
          <a:p>
            <a:r>
              <a:rPr lang="nl-NL" dirty="0"/>
              <a:t>    N --&gt; |Lens dekt sensorformaat niet| O[Kies lens met groter beeldcirkel of groter formaat lens]</a:t>
            </a:r>
          </a:p>
          <a:p>
            <a:r>
              <a:rPr lang="nl-NL" dirty="0"/>
              <a:t>    N --&gt; |Lens dekt sensorformaat wel| P[C-</a:t>
            </a:r>
            <a:r>
              <a:rPr lang="nl-NL" dirty="0" err="1"/>
              <a:t>mount</a:t>
            </a:r>
            <a:r>
              <a:rPr lang="nl-NL" dirty="0"/>
              <a:t> of F-</a:t>
            </a:r>
            <a:r>
              <a:rPr lang="nl-NL" dirty="0" err="1"/>
              <a:t>mount</a:t>
            </a:r>
            <a:r>
              <a:rPr lang="nl-NL" dirty="0"/>
              <a:t> afhankelijk van beschikbaarheid]</a:t>
            </a:r>
          </a:p>
          <a:p>
            <a:endParaRPr lang="nl-NL" dirty="0"/>
          </a:p>
          <a:p>
            <a:r>
              <a:rPr lang="nl-NL" dirty="0"/>
              <a:t>    M --&gt; Q{Vaste of variabele brandpuntsafstand?}</a:t>
            </a:r>
          </a:p>
          <a:p>
            <a:r>
              <a:rPr lang="nl-NL" dirty="0"/>
              <a:t>    P --&gt; Q</a:t>
            </a:r>
          </a:p>
          <a:p>
            <a:endParaRPr lang="nl-NL" dirty="0"/>
          </a:p>
          <a:p>
            <a:r>
              <a:rPr lang="nl-NL" dirty="0"/>
              <a:t>    Q --&gt; |Vast 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focal</a:t>
            </a:r>
            <a:r>
              <a:rPr lang="nl-NL" dirty="0"/>
              <a:t>| R[Voorkeur voor </a:t>
            </a:r>
            <a:r>
              <a:rPr lang="nl-NL" dirty="0" err="1"/>
              <a:t>industriele</a:t>
            </a:r>
            <a:r>
              <a:rPr lang="nl-NL" dirty="0"/>
              <a:t> toepassingen: scherper en stabieler]</a:t>
            </a:r>
          </a:p>
          <a:p>
            <a:r>
              <a:rPr lang="nl-NL" dirty="0"/>
              <a:t>    Q --&gt; |Variabel zoom| S{Waarvoor?}</a:t>
            </a:r>
          </a:p>
          <a:p>
            <a:endParaRPr lang="nl-NL" dirty="0"/>
          </a:p>
          <a:p>
            <a:r>
              <a:rPr lang="nl-NL" dirty="0"/>
              <a:t>    S --&gt; |Instellen tijdens setup eenmalig| T[</a:t>
            </a:r>
            <a:r>
              <a:rPr lang="nl-NL" dirty="0" err="1"/>
              <a:t>Varifocal</a:t>
            </a:r>
            <a:r>
              <a:rPr lang="nl-NL" dirty="0"/>
              <a:t> lens met vergrendelschroef acceptabel]</a:t>
            </a:r>
          </a:p>
          <a:p>
            <a:r>
              <a:rPr lang="nl-NL" dirty="0"/>
              <a:t>    S --&gt; |Continu zoomen tijdens productie| U[</a:t>
            </a:r>
            <a:r>
              <a:rPr lang="nl-NL" dirty="0" err="1"/>
              <a:t>Motorized</a:t>
            </a:r>
            <a:r>
              <a:rPr lang="nl-NL" dirty="0"/>
              <a:t> zoom lens met encoder]</a:t>
            </a:r>
          </a:p>
          <a:p>
            <a:r>
              <a:rPr lang="nl-NL" dirty="0"/>
              <a:t>    S --&gt; |Nauwkeurige meting| V[Niet aanbevolen: gebruik 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focal</a:t>
            </a:r>
            <a:r>
              <a:rPr lang="nl-NL" dirty="0"/>
              <a:t>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5063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A([Macro of close-up inspectie]) --&gt; B{Wat is de kleinste feature die zichtbaar moet zijn?}</a:t>
            </a:r>
          </a:p>
          <a:p>
            <a:endParaRPr lang="nl-NL" dirty="0"/>
          </a:p>
          <a:p>
            <a:r>
              <a:rPr lang="nl-NL" dirty="0"/>
              <a:t>    B --&gt; |0.01mm tot 0.1mm| C[Macro lens of microscooplens vereist]</a:t>
            </a:r>
          </a:p>
          <a:p>
            <a:r>
              <a:rPr lang="nl-NL" dirty="0"/>
              <a:t>    B --&gt; |0.1mm tot 0.5mm| D[Macro lens of extension tube op standaard lens]</a:t>
            </a:r>
          </a:p>
          <a:p>
            <a:r>
              <a:rPr lang="nl-NL" dirty="0"/>
              <a:t>    B --&gt; |groter dan 0.5mm| E[Standaard 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focal</a:t>
            </a:r>
            <a:r>
              <a:rPr lang="nl-NL" dirty="0"/>
              <a:t> lens met korte werkafstand]</a:t>
            </a:r>
          </a:p>
          <a:p>
            <a:endParaRPr lang="nl-NL" dirty="0"/>
          </a:p>
          <a:p>
            <a:r>
              <a:rPr lang="nl-NL" dirty="0"/>
              <a:t>    C --&gt; F{Werkafstand beschikbaar?}</a:t>
            </a:r>
          </a:p>
          <a:p>
            <a:r>
              <a:rPr lang="nl-NL" dirty="0"/>
              <a:t>    F --&gt; |groter dan 50mm ruimte voor belichting| G[Long </a:t>
            </a:r>
            <a:r>
              <a:rPr lang="nl-NL" dirty="0" err="1"/>
              <a:t>working</a:t>
            </a:r>
            <a:r>
              <a:rPr lang="nl-NL" dirty="0"/>
              <a:t> </a:t>
            </a:r>
            <a:r>
              <a:rPr lang="nl-NL" dirty="0" err="1"/>
              <a:t>distance</a:t>
            </a:r>
            <a:r>
              <a:rPr lang="nl-NL" dirty="0"/>
              <a:t> macro lens bijv. 0.5x tot 2x vergroting]</a:t>
            </a:r>
          </a:p>
          <a:p>
            <a:r>
              <a:rPr lang="nl-NL" dirty="0"/>
              <a:t>    F --&gt; |kleiner dan 50mm krap| H[Korte WD macro let op belichtingsprobleem]</a:t>
            </a:r>
          </a:p>
          <a:p>
            <a:endParaRPr lang="nl-NL" dirty="0"/>
          </a:p>
          <a:p>
            <a:r>
              <a:rPr lang="nl-NL" dirty="0"/>
              <a:t>    H --&gt; I[Overweeg ringbelichting of coaxiaal licht bij korte werkafstand]</a:t>
            </a:r>
          </a:p>
          <a:p>
            <a:endParaRPr lang="nl-NL" dirty="0"/>
          </a:p>
          <a:p>
            <a:r>
              <a:rPr lang="nl-NL" dirty="0"/>
              <a:t>    D --&gt; J{Extension tube of </a:t>
            </a:r>
            <a:r>
              <a:rPr lang="nl-NL" dirty="0" err="1"/>
              <a:t>dedicated</a:t>
            </a:r>
            <a:r>
              <a:rPr lang="nl-NL" dirty="0"/>
              <a:t> macro?}</a:t>
            </a:r>
          </a:p>
          <a:p>
            <a:r>
              <a:rPr lang="nl-NL" dirty="0"/>
              <a:t>    J --&gt; |Budget beperkt kleiner dan 50 euro| K[Extension tube op bestaande lens verlies van oneindig scherpstellen]</a:t>
            </a:r>
          </a:p>
          <a:p>
            <a:r>
              <a:rPr lang="nl-NL" dirty="0"/>
              <a:t>    J --&gt; |Budget ruimer| L[</a:t>
            </a:r>
            <a:r>
              <a:rPr lang="nl-NL" dirty="0" err="1"/>
              <a:t>Dedicated</a:t>
            </a:r>
            <a:r>
              <a:rPr lang="nl-NL" dirty="0"/>
              <a:t> macro lens betere beeldkwaliteit en DOF]</a:t>
            </a:r>
          </a:p>
          <a:p>
            <a:endParaRPr lang="nl-NL" dirty="0"/>
          </a:p>
          <a:p>
            <a:r>
              <a:rPr lang="nl-NL" dirty="0"/>
              <a:t>    G --&gt; M{Dieptescherpte DOF voldoende?}</a:t>
            </a:r>
          </a:p>
          <a:p>
            <a:r>
              <a:rPr lang="nl-NL" dirty="0"/>
              <a:t>    L --&gt; M</a:t>
            </a:r>
          </a:p>
          <a:p>
            <a:r>
              <a:rPr lang="nl-NL" dirty="0"/>
              <a:t>    K --&gt; M</a:t>
            </a:r>
          </a:p>
          <a:p>
            <a:endParaRPr lang="nl-NL" dirty="0"/>
          </a:p>
          <a:p>
            <a:r>
              <a:rPr lang="nl-NL" dirty="0"/>
              <a:t>    M --&gt; |Nee object heeft hoogteverschil groter dan DOF| N{Oplossing?}</a:t>
            </a:r>
          </a:p>
          <a:p>
            <a:r>
              <a:rPr lang="nl-NL" dirty="0"/>
              <a:t>    M --&gt; |Ja| O[Lens geschikt ga naar montage en vatting]</a:t>
            </a:r>
          </a:p>
          <a:p>
            <a:endParaRPr lang="nl-NL" dirty="0"/>
          </a:p>
          <a:p>
            <a:r>
              <a:rPr lang="nl-NL" dirty="0"/>
              <a:t>    N --&gt; |Software acceptabel| P[Focus </a:t>
            </a:r>
            <a:r>
              <a:rPr lang="nl-NL" dirty="0" err="1"/>
              <a:t>stacking</a:t>
            </a:r>
            <a:r>
              <a:rPr lang="nl-NL" dirty="0"/>
              <a:t> meerdere opnames op verschillende focusposities]</a:t>
            </a:r>
          </a:p>
          <a:p>
            <a:r>
              <a:rPr lang="nl-NL" dirty="0"/>
              <a:t>    N --&gt; |Hardware oplossing nodig| Q[</a:t>
            </a:r>
            <a:r>
              <a:rPr lang="nl-NL" dirty="0" err="1"/>
              <a:t>Telecentrische</a:t>
            </a:r>
            <a:r>
              <a:rPr lang="nl-NL" dirty="0"/>
              <a:t> lens met grotere DOF of kleinere diafragma opening hogere f-stop]</a:t>
            </a:r>
          </a:p>
          <a:p>
            <a:r>
              <a:rPr lang="nl-NL" dirty="0"/>
              <a:t>    N --&gt; |</a:t>
            </a:r>
            <a:r>
              <a:rPr lang="nl-NL" dirty="0" err="1"/>
              <a:t>Realtime</a:t>
            </a:r>
            <a:r>
              <a:rPr lang="nl-NL" dirty="0"/>
              <a:t> vereist| R[Liquid lens met variabele focusafstand bijv. </a:t>
            </a:r>
            <a:r>
              <a:rPr lang="nl-NL" dirty="0" err="1"/>
              <a:t>Optotune</a:t>
            </a:r>
            <a:r>
              <a:rPr lang="nl-NL" dirty="0"/>
              <a:t>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6492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A([Vatting en montage kiezen]) --&gt; B{Cameravatting?}</a:t>
            </a:r>
          </a:p>
          <a:p>
            <a:endParaRPr lang="nl-NL" dirty="0"/>
          </a:p>
          <a:p>
            <a:r>
              <a:rPr lang="nl-NL" dirty="0"/>
              <a:t>    B --&gt; |C-</a:t>
            </a:r>
            <a:r>
              <a:rPr lang="nl-NL" dirty="0" err="1"/>
              <a:t>mount</a:t>
            </a:r>
            <a:r>
              <a:rPr lang="nl-NL" dirty="0"/>
              <a:t> meest gebruikelijk industrie| C{Sensorformaat kleiner dan of gelijk aan 1 inch?}</a:t>
            </a:r>
          </a:p>
          <a:p>
            <a:r>
              <a:rPr lang="nl-NL" dirty="0"/>
              <a:t>    B --&gt; |CS-</a:t>
            </a:r>
            <a:r>
              <a:rPr lang="nl-NL" dirty="0" err="1"/>
              <a:t>mount</a:t>
            </a:r>
            <a:r>
              <a:rPr lang="nl-NL" dirty="0"/>
              <a:t> compacte camera| D[CS-</a:t>
            </a:r>
            <a:r>
              <a:rPr lang="nl-NL" dirty="0" err="1"/>
              <a:t>mount</a:t>
            </a:r>
            <a:r>
              <a:rPr lang="nl-NL" dirty="0"/>
              <a:t> lens of C-</a:t>
            </a:r>
            <a:r>
              <a:rPr lang="nl-NL" dirty="0" err="1"/>
              <a:t>mount</a:t>
            </a:r>
            <a:r>
              <a:rPr lang="nl-NL" dirty="0"/>
              <a:t> met 5mm adapter ring]</a:t>
            </a:r>
          </a:p>
          <a:p>
            <a:r>
              <a:rPr lang="nl-NL" dirty="0"/>
              <a:t>    B --&gt; |F-</a:t>
            </a:r>
            <a:r>
              <a:rPr lang="nl-NL" dirty="0" err="1"/>
              <a:t>mount</a:t>
            </a:r>
            <a:r>
              <a:rPr lang="nl-NL" dirty="0"/>
              <a:t> Nikon grote sensor| E[F-</a:t>
            </a:r>
            <a:r>
              <a:rPr lang="nl-NL" dirty="0" err="1"/>
              <a:t>mount</a:t>
            </a:r>
            <a:r>
              <a:rPr lang="nl-NL" dirty="0"/>
              <a:t> lens voor grotere sensoren of SLR-gebaseerde </a:t>
            </a:r>
            <a:r>
              <a:rPr lang="nl-NL" dirty="0" err="1"/>
              <a:t>setups</a:t>
            </a:r>
            <a:r>
              <a:rPr lang="nl-NL" dirty="0"/>
              <a:t>]</a:t>
            </a:r>
          </a:p>
          <a:p>
            <a:r>
              <a:rPr lang="nl-NL" dirty="0"/>
              <a:t>    B --&gt; |M42 of M58 of M72 schroefdraad| F[Macrolens of lijnscanlens met schroefdraadvatting]</a:t>
            </a:r>
          </a:p>
          <a:p>
            <a:r>
              <a:rPr lang="nl-NL" dirty="0"/>
              <a:t>    B --&gt; |S-</a:t>
            </a:r>
            <a:r>
              <a:rPr lang="nl-NL" dirty="0" err="1"/>
              <a:t>mount</a:t>
            </a:r>
            <a:r>
              <a:rPr lang="nl-NL" dirty="0"/>
              <a:t> M12 kleine camera| G[S-</a:t>
            </a:r>
            <a:r>
              <a:rPr lang="nl-NL" dirty="0" err="1"/>
              <a:t>mount</a:t>
            </a:r>
            <a:r>
              <a:rPr lang="nl-NL" dirty="0"/>
              <a:t> lens voor </a:t>
            </a:r>
            <a:r>
              <a:rPr lang="nl-NL" dirty="0" err="1"/>
              <a:t>Raspberry</a:t>
            </a:r>
            <a:r>
              <a:rPr lang="nl-NL" dirty="0"/>
              <a:t> Pi of </a:t>
            </a:r>
            <a:r>
              <a:rPr lang="nl-NL" dirty="0" err="1"/>
              <a:t>embedded</a:t>
            </a:r>
            <a:r>
              <a:rPr lang="nl-NL" dirty="0"/>
              <a:t> camera modules]</a:t>
            </a:r>
          </a:p>
          <a:p>
            <a:endParaRPr lang="nl-NL" dirty="0"/>
          </a:p>
          <a:p>
            <a:r>
              <a:rPr lang="nl-NL" dirty="0"/>
              <a:t>    C --&gt; |Ja| H[C-</a:t>
            </a:r>
            <a:r>
              <a:rPr lang="nl-NL" dirty="0" err="1"/>
              <a:t>mount</a:t>
            </a:r>
            <a:r>
              <a:rPr lang="nl-NL" dirty="0"/>
              <a:t> lens geschikt]</a:t>
            </a:r>
          </a:p>
          <a:p>
            <a:r>
              <a:rPr lang="nl-NL" dirty="0"/>
              <a:t>    C --&gt; |Nee groter dan 1 inch| I[Controleer beeldcirkel van de lens minimaal gelijk aan sensordiagonaal]</a:t>
            </a:r>
          </a:p>
          <a:p>
            <a:endParaRPr lang="nl-NL" dirty="0"/>
          </a:p>
          <a:p>
            <a:r>
              <a:rPr lang="nl-NL" dirty="0"/>
              <a:t>    I --&gt; |Beeldcirkel te klein| J[Kies lens met groter formaat bijv. 1.1 inch of 4/3 inch lens]</a:t>
            </a:r>
          </a:p>
          <a:p>
            <a:r>
              <a:rPr lang="nl-NL" dirty="0"/>
              <a:t>    I --&gt; |Beeldcirkel voldoende| H</a:t>
            </a:r>
          </a:p>
          <a:p>
            <a:endParaRPr lang="nl-NL" dirty="0"/>
          </a:p>
          <a:p>
            <a:r>
              <a:rPr lang="nl-NL" dirty="0"/>
              <a:t>    H --&gt; K{Polarisatiefilter nodig zie belichting beslisboom?}</a:t>
            </a:r>
          </a:p>
          <a:p>
            <a:r>
              <a:rPr lang="nl-NL" dirty="0"/>
              <a:t>    D --&gt; K</a:t>
            </a:r>
          </a:p>
          <a:p>
            <a:r>
              <a:rPr lang="nl-NL" dirty="0"/>
              <a:t>    E --&gt; K</a:t>
            </a:r>
          </a:p>
          <a:p>
            <a:r>
              <a:rPr lang="nl-NL" dirty="0"/>
              <a:t>    F --&gt; K</a:t>
            </a:r>
          </a:p>
          <a:p>
            <a:endParaRPr lang="nl-NL" dirty="0"/>
          </a:p>
          <a:p>
            <a:r>
              <a:rPr lang="nl-NL" dirty="0"/>
              <a:t>    K --&gt; |Ja| L{Vatting heeft filterdraad?}</a:t>
            </a:r>
          </a:p>
          <a:p>
            <a:r>
              <a:rPr lang="nl-NL" dirty="0"/>
              <a:t>    L --&gt; |Ja| M[Schroefdraad polarisatiefilter op lens monteren]</a:t>
            </a:r>
          </a:p>
          <a:p>
            <a:r>
              <a:rPr lang="nl-NL" dirty="0"/>
              <a:t>    L --&gt; |Nee| N[Filterhouder of klemring gebruiken]</a:t>
            </a:r>
          </a:p>
          <a:p>
            <a:endParaRPr lang="nl-NL" dirty="0"/>
          </a:p>
          <a:p>
            <a:r>
              <a:rPr lang="nl-NL" dirty="0"/>
              <a:t>    K --&gt; |Nee| O{Bandpassfilter of kleurfilter nodig?}</a:t>
            </a:r>
          </a:p>
          <a:p>
            <a:r>
              <a:rPr lang="nl-NL" dirty="0"/>
              <a:t>    O --&gt; |Ja NIR of UV of specifieke golflengte| P[Bandpassfilter op vatting of </a:t>
            </a:r>
            <a:r>
              <a:rPr lang="nl-NL" dirty="0" err="1"/>
              <a:t>inline</a:t>
            </a:r>
            <a:r>
              <a:rPr lang="nl-NL" dirty="0"/>
              <a:t> voor lens]</a:t>
            </a:r>
          </a:p>
          <a:p>
            <a:r>
              <a:rPr lang="nl-NL" dirty="0"/>
              <a:t>    O --&gt; |Nee| Q[Lens direct monteren geen filter nodig]</a:t>
            </a:r>
          </a:p>
          <a:p>
            <a:endParaRPr lang="nl-NL" dirty="0"/>
          </a:p>
          <a:p>
            <a:r>
              <a:rPr lang="nl-NL" dirty="0"/>
              <a:t>    M --&gt; R([Lens gemonteerd ga naar </a:t>
            </a:r>
            <a:r>
              <a:rPr lang="nl-NL" dirty="0" err="1"/>
              <a:t>calibratie</a:t>
            </a:r>
            <a:r>
              <a:rPr lang="nl-NL" dirty="0"/>
              <a:t> beslisboom])</a:t>
            </a:r>
          </a:p>
          <a:p>
            <a:r>
              <a:rPr lang="nl-NL" dirty="0"/>
              <a:t>    N --&gt; R</a:t>
            </a:r>
          </a:p>
          <a:p>
            <a:r>
              <a:rPr lang="nl-NL" dirty="0"/>
              <a:t>    P --&gt; R</a:t>
            </a:r>
          </a:p>
          <a:p>
            <a:r>
              <a:rPr lang="nl-NL" dirty="0"/>
              <a:t>    Q --&gt; R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87264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flowchart TD</a:t>
            </a:r>
          </a:p>
          <a:p>
            <a:r>
              <a:rPr lang="nl-NL" dirty="0"/>
              <a:t>    A([</a:t>
            </a:r>
            <a:r>
              <a:rPr lang="nl-NL" dirty="0" err="1"/>
              <a:t>Telecentrische</a:t>
            </a:r>
            <a:r>
              <a:rPr lang="nl-NL" dirty="0"/>
              <a:t> lens selectie]) --&gt; B{Wat is de veldgrootte die gedekt moet worden?}</a:t>
            </a:r>
          </a:p>
          <a:p>
            <a:endParaRPr lang="nl-NL" dirty="0"/>
          </a:p>
          <a:p>
            <a:r>
              <a:rPr lang="nl-NL" dirty="0"/>
              <a:t>    B --&gt; |kleiner dan 10mm| C[Hoge vergroting </a:t>
            </a:r>
            <a:r>
              <a:rPr lang="nl-NL" dirty="0" err="1"/>
              <a:t>telecentrisme</a:t>
            </a:r>
            <a:r>
              <a:rPr lang="nl-NL" dirty="0"/>
              <a:t> bijv. 2x of 4x]</a:t>
            </a:r>
          </a:p>
          <a:p>
            <a:r>
              <a:rPr lang="nl-NL" dirty="0"/>
              <a:t>    B --&gt; |10mm tot 50mm| D[Standaard </a:t>
            </a:r>
            <a:r>
              <a:rPr lang="nl-NL" dirty="0" err="1"/>
              <a:t>telecentrische</a:t>
            </a:r>
            <a:r>
              <a:rPr lang="nl-NL" dirty="0"/>
              <a:t> lens 0.5x tot 1x]</a:t>
            </a:r>
          </a:p>
          <a:p>
            <a:r>
              <a:rPr lang="nl-NL" dirty="0"/>
              <a:t>    B --&gt; |50mm tot 120mm| E[Grootveld </a:t>
            </a:r>
            <a:r>
              <a:rPr lang="nl-NL" dirty="0" err="1"/>
              <a:t>telecentrische</a:t>
            </a:r>
            <a:r>
              <a:rPr lang="nl-NL" dirty="0"/>
              <a:t> lens duurder en zwaarder]</a:t>
            </a:r>
          </a:p>
          <a:p>
            <a:r>
              <a:rPr lang="nl-NL" dirty="0"/>
              <a:t>    B --&gt; |groter dan 120mm| F[</a:t>
            </a:r>
            <a:r>
              <a:rPr lang="nl-NL" dirty="0" err="1"/>
              <a:t>Telecentrisch</a:t>
            </a:r>
            <a:r>
              <a:rPr lang="nl-NL" dirty="0"/>
              <a:t> niet praktisch overweeg 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focal</a:t>
            </a:r>
            <a:r>
              <a:rPr lang="nl-NL" dirty="0"/>
              <a:t> met </a:t>
            </a:r>
            <a:r>
              <a:rPr lang="nl-NL" dirty="0" err="1"/>
              <a:t>calibratie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C --&gt; G{Sensorformaat compatibel?}</a:t>
            </a:r>
          </a:p>
          <a:p>
            <a:r>
              <a:rPr lang="nl-NL" dirty="0"/>
              <a:t>    D --&gt; G</a:t>
            </a:r>
          </a:p>
          <a:p>
            <a:r>
              <a:rPr lang="nl-NL" dirty="0"/>
              <a:t>    E --&gt; G</a:t>
            </a:r>
          </a:p>
          <a:p>
            <a:endParaRPr lang="nl-NL" dirty="0"/>
          </a:p>
          <a:p>
            <a:r>
              <a:rPr lang="nl-NL" dirty="0"/>
              <a:t>    G --&gt; |Ja beeldcirkel dekt sensor| H{Numerieke apertuur NA voldoende?}</a:t>
            </a:r>
          </a:p>
          <a:p>
            <a:r>
              <a:rPr lang="nl-NL" dirty="0"/>
              <a:t>    G --&gt; |Nee| I[Kies </a:t>
            </a:r>
            <a:r>
              <a:rPr lang="nl-NL" dirty="0" err="1"/>
              <a:t>telecentrische</a:t>
            </a:r>
            <a:r>
              <a:rPr lang="nl-NL" dirty="0"/>
              <a:t> lens met grotere beeldcirkel of kleinere sensor]</a:t>
            </a:r>
          </a:p>
          <a:p>
            <a:endParaRPr lang="nl-NL" dirty="0"/>
          </a:p>
          <a:p>
            <a:r>
              <a:rPr lang="nl-NL" dirty="0"/>
              <a:t>    H --&gt; |NA groter dan 0.1 voldoende lichtdoorval| J{Dieptescherpte DOF vereiste?}</a:t>
            </a:r>
          </a:p>
          <a:p>
            <a:r>
              <a:rPr lang="nl-NL" dirty="0"/>
              <a:t>    H --&gt; |NA te klein weinig licht| K[Overweeg extra belichting of hogere </a:t>
            </a:r>
            <a:r>
              <a:rPr lang="nl-NL" dirty="0" err="1"/>
              <a:t>gain</a:t>
            </a:r>
            <a:r>
              <a:rPr lang="nl-NL" dirty="0"/>
              <a:t>]</a:t>
            </a:r>
          </a:p>
          <a:p>
            <a:endParaRPr lang="nl-NL" dirty="0"/>
          </a:p>
          <a:p>
            <a:r>
              <a:rPr lang="nl-NL" dirty="0"/>
              <a:t>    J --&gt; |DOF groter dan 5mm object heeft hoogte| L[</a:t>
            </a:r>
            <a:r>
              <a:rPr lang="nl-NL" dirty="0" err="1"/>
              <a:t>Telecentrische</a:t>
            </a:r>
            <a:r>
              <a:rPr lang="nl-NL" dirty="0"/>
              <a:t> lens met kleine NA grotere DOF]</a:t>
            </a:r>
          </a:p>
          <a:p>
            <a:r>
              <a:rPr lang="nl-NL" dirty="0"/>
              <a:t>    J --&gt; |DOF kleiner dan 1mm vlak object| M[</a:t>
            </a:r>
            <a:r>
              <a:rPr lang="nl-NL" dirty="0" err="1"/>
              <a:t>Telecentrische</a:t>
            </a:r>
            <a:r>
              <a:rPr lang="nl-NL" dirty="0"/>
              <a:t> lens met grote NA scherpere beelden]</a:t>
            </a:r>
          </a:p>
          <a:p>
            <a:endParaRPr lang="nl-NL" dirty="0"/>
          </a:p>
          <a:p>
            <a:r>
              <a:rPr lang="nl-NL" dirty="0"/>
              <a:t>    L --&gt; N[Controleer: werkafstand minimaal gelijk aan frontlensdiameter]</a:t>
            </a:r>
          </a:p>
          <a:p>
            <a:r>
              <a:rPr lang="nl-NL" dirty="0"/>
              <a:t>    M --&gt; N</a:t>
            </a:r>
          </a:p>
          <a:p>
            <a:endParaRPr lang="nl-NL" dirty="0"/>
          </a:p>
          <a:p>
            <a:r>
              <a:rPr lang="nl-NL" dirty="0"/>
              <a:t>    N --&gt; O{Ruimte beschikbaar voor </a:t>
            </a:r>
            <a:r>
              <a:rPr lang="nl-NL" dirty="0" err="1"/>
              <a:t>telecentrische</a:t>
            </a:r>
            <a:r>
              <a:rPr lang="nl-NL" dirty="0"/>
              <a:t> lens lengte vaak 150 tot 400mm?}</a:t>
            </a:r>
          </a:p>
          <a:p>
            <a:r>
              <a:rPr lang="nl-NL" dirty="0"/>
              <a:t>    O --&gt; |Ja| P[</a:t>
            </a:r>
            <a:r>
              <a:rPr lang="nl-NL" dirty="0" err="1"/>
              <a:t>Telecentrische</a:t>
            </a:r>
            <a:r>
              <a:rPr lang="nl-NL" dirty="0"/>
              <a:t> lens geschikt voor toepassing]</a:t>
            </a:r>
          </a:p>
          <a:p>
            <a:r>
              <a:rPr lang="nl-NL" dirty="0"/>
              <a:t>    O --&gt; |Nee te weinig ruimte| Q[Compacte </a:t>
            </a:r>
            <a:r>
              <a:rPr lang="nl-NL" dirty="0" err="1"/>
              <a:t>telecentrische</a:t>
            </a:r>
            <a:r>
              <a:rPr lang="nl-NL" dirty="0"/>
              <a:t> lens of heroverweeg opstelling werkafstand vergroten]</a:t>
            </a:r>
          </a:p>
          <a:p>
            <a:endParaRPr lang="nl-NL" dirty="0"/>
          </a:p>
          <a:p>
            <a:r>
              <a:rPr lang="nl-NL" dirty="0"/>
              <a:t>    P --&gt; R([Ga naar vatting en montage beslisboom])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975E7-4466-4875-9780-79F85FC725BE}" type="slidenum">
              <a:rPr lang="nl-NL" smtClean="0"/>
              <a:pPr/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8593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401D1CB6-6B35-4216-835D-4B6D7DC10AA2}"/>
              </a:ext>
            </a:extLst>
          </p:cNvPr>
          <p:cNvSpPr/>
          <p:nvPr userDrawn="1"/>
        </p:nvSpPr>
        <p:spPr>
          <a:xfrm>
            <a:off x="9227489" y="5111778"/>
            <a:ext cx="2119048" cy="17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570D387-A9DA-4389-8749-9601C83ADF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589" y="5111779"/>
            <a:ext cx="2387821" cy="1836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769774B-F83A-5389-0CE0-446408499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232" y="2214000"/>
            <a:ext cx="10460567" cy="2808000"/>
          </a:xfrm>
        </p:spPr>
        <p:txBody>
          <a:bodyPr tIns="72000" anchor="t">
            <a:normAutofit/>
          </a:bodyPr>
          <a:lstStyle>
            <a:lvl1pPr>
              <a:lnSpc>
                <a:spcPts val="5200"/>
              </a:lnSpc>
              <a:defRPr sz="62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4" name="Tijdelijke aanduiding voor tekst 4">
            <a:extLst>
              <a:ext uri="{FF2B5EF4-FFF2-40B4-BE49-F238E27FC236}">
                <a16:creationId xmlns:a16="http://schemas.microsoft.com/office/drawing/2014/main" id="{43D6CBE0-A4AA-B4D9-967A-23073B1CDB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4" y="5095875"/>
            <a:ext cx="8326800" cy="1009650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VOORBEELD VAN EEN ONDERTITEL</a:t>
            </a:r>
          </a:p>
        </p:txBody>
      </p:sp>
      <p:sp>
        <p:nvSpPr>
          <p:cNvPr id="5" name="Tijdelijke aanduiding voor tekst 8">
            <a:extLst>
              <a:ext uri="{FF2B5EF4-FFF2-40B4-BE49-F238E27FC236}">
                <a16:creationId xmlns:a16="http://schemas.microsoft.com/office/drawing/2014/main" id="{2EBE6325-786D-00A4-C84F-A8948AB45F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3763" y="1196975"/>
            <a:ext cx="10458450" cy="588963"/>
          </a:xfrm>
        </p:spPr>
        <p:txBody>
          <a:bodyPr anchor="b">
            <a:normAutofit/>
          </a:bodyPr>
          <a:lstStyle>
            <a:lvl1pPr marL="0" indent="0">
              <a:lnSpc>
                <a:spcPts val="1500"/>
              </a:lnSpc>
              <a:buNone/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 marL="180000" indent="0">
              <a:buNone/>
              <a:defRPr>
                <a:solidFill>
                  <a:schemeClr val="tx2"/>
                </a:solidFill>
              </a:defRPr>
            </a:lvl2pPr>
            <a:lvl3pPr marL="360000" indent="0">
              <a:buNone/>
              <a:defRPr>
                <a:solidFill>
                  <a:schemeClr val="tx2"/>
                </a:solidFill>
              </a:defRPr>
            </a:lvl3pPr>
            <a:lvl4pPr marL="540000" indent="0">
              <a:buNone/>
              <a:defRPr>
                <a:solidFill>
                  <a:schemeClr val="tx2"/>
                </a:solidFill>
              </a:defRPr>
            </a:lvl4pPr>
            <a:lvl5pPr marL="7200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NAAM OPLEIDING/FACULTEIT</a:t>
            </a:r>
          </a:p>
        </p:txBody>
      </p:sp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10515600" cy="424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B98C57B-182B-4B1A-8517-6B7CDA9A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9172B17-8AD4-26A7-6FA3-2ED9E49C9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5257800" cy="424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 dirty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D7D2143-8A99-4F87-AD10-03EFEAAB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994DE5A-C2D7-258A-A0FC-F5B5AED62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3203" y="1917701"/>
            <a:ext cx="4800600" cy="4248000"/>
          </a:xfrm>
        </p:spPr>
        <p:txBody>
          <a:bodyPr>
            <a:normAutofit/>
          </a:bodyPr>
          <a:lstStyle>
            <a:lvl1pPr marL="0" indent="0">
              <a:buNone/>
              <a:defRPr sz="1275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Tijdelijke aanduiding voor tekst 2"/>
          <p:cNvSpPr>
            <a:spLocks noGrp="1"/>
          </p:cNvSpPr>
          <p:nvPr>
            <p:ph type="body" sz="quarter" idx="12"/>
          </p:nvPr>
        </p:nvSpPr>
        <p:spPr>
          <a:xfrm>
            <a:off x="838200" y="1926000"/>
            <a:ext cx="5257800" cy="424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 dirty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2897271-9D30-452B-AAF1-F0E2E56341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1012E8-1AC2-CEB2-B751-E25CDCB3A6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500" b="1" baseline="0">
                <a:latin typeface="+mn-lt"/>
                <a:ea typeface="Roboto Condensed SemiBold" panose="02000000000000000000" pitchFamily="2" charset="0"/>
              </a:defRPr>
            </a:lvl1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en-GB" dirty="0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500" b="1">
                <a:latin typeface="+mn-lt"/>
                <a:ea typeface="Roboto Condensed SemiBold" panose="02000000000000000000" pitchFamily="2" charset="0"/>
              </a:defRPr>
            </a:lvl1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en-GB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8"/>
          </p:nvPr>
        </p:nvSpPr>
        <p:spPr>
          <a:xfrm>
            <a:off x="838200" y="2286000"/>
            <a:ext cx="4800600" cy="3905250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6553200" y="2286000"/>
            <a:ext cx="4800600" cy="3905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 dirty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5BC47CD-32CA-4434-A931-60298C186A0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A87FF08-62BD-7B59-1B53-E0597E4EF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3149600" y="733425"/>
            <a:ext cx="58928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0216" y="5429602"/>
            <a:ext cx="4910667" cy="493713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cap="all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  <p:pic>
        <p:nvPicPr>
          <p:cNvPr id="6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44574" y="601590"/>
            <a:ext cx="355939" cy="297299"/>
          </a:xfrm>
          <a:prstGeom prst="rect">
            <a:avLst/>
          </a:prstGeom>
        </p:spPr>
      </p:pic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04E24CA-A573-4CEE-A581-99C9D72CAA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6179686-86BA-8BF8-83CB-99A461D05C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0216" y="1722120"/>
            <a:ext cx="4911568" cy="3514726"/>
          </a:xfrm>
        </p:spPr>
        <p:txBody>
          <a:bodyPr anchor="t">
            <a:normAutofit/>
          </a:bodyPr>
          <a:lstStyle>
            <a:lvl1pPr>
              <a:lnSpc>
                <a:spcPts val="24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‘QUOTE’</a:t>
            </a:r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687" y="6227764"/>
            <a:ext cx="1359194" cy="588915"/>
          </a:xfrm>
          <a:prstGeom prst="rect">
            <a:avLst/>
          </a:prstGeom>
        </p:spPr>
      </p:pic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AD4D3619-56D9-4271-9849-15E3BE063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42598"/>
            <a:ext cx="11074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D52231E0-D1FD-C94B-B7B4-2D459BE8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dirty="0"/>
              <a:t>KLIK OM STIJL TE 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514337" rtl="0" eaLnBrk="1" latinLnBrk="0" hangingPunct="1">
        <a:lnSpc>
          <a:spcPts val="2600"/>
        </a:lnSpc>
        <a:spcBef>
          <a:spcPct val="0"/>
        </a:spcBef>
        <a:buNone/>
        <a:defRPr lang="nl-NL" sz="3200" b="1" kern="1200" cap="all" baseline="0" dirty="0">
          <a:solidFill>
            <a:schemeClr val="tx2"/>
          </a:solidFill>
          <a:latin typeface="Roboto Condensed SemiBold" panose="02000000000000000000" pitchFamily="2" charset="0"/>
          <a:ea typeface="Roboto Condensed SemiBold" panose="02000000000000000000" pitchFamily="2" charset="0"/>
          <a:cs typeface="Arial" panose="020B0604020202020204" pitchFamily="34" charset="0"/>
          <a:sym typeface="Avenir Next Condensed Demi Bold"/>
        </a:defRPr>
      </a:lvl1pPr>
    </p:titleStyle>
    <p:bodyStyle>
      <a:lvl1pPr marL="18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  <a:lvl2pPr marL="36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­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2pPr>
      <a:lvl3pPr marL="54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3pPr>
      <a:lvl4pPr marL="72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4pPr>
      <a:lvl5pPr marL="90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en-GB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A2BA83-78BD-7A74-CC51-CBB2F80AA9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FAB18-BD48-97D1-FAE3-D1956E58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9F5509-7598-0385-225E-7B4E0ADA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F3A6CB-0C19-AA1C-65F7-A26DB224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562"/>
            <a:ext cx="12192000" cy="62188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84754A-AA97-1B0E-D317-8E4A70009D20}"/>
              </a:ext>
            </a:extLst>
          </p:cNvPr>
          <p:cNvSpPr txBox="1"/>
          <p:nvPr/>
        </p:nvSpPr>
        <p:spPr>
          <a:xfrm>
            <a:off x="381000" y="342748"/>
            <a:ext cx="60960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262626"/>
                </a:solidFill>
                <a:effectLst/>
                <a:latin typeface="-apple-system"/>
              </a:rPr>
              <a:t>DEEL 1 — </a:t>
            </a:r>
            <a:r>
              <a:rPr lang="en-US" b="1" i="0" dirty="0" err="1">
                <a:solidFill>
                  <a:srgbClr val="262626"/>
                </a:solidFill>
                <a:effectLst/>
                <a:latin typeface="-apple-system"/>
              </a:rPr>
              <a:t>Globale</a:t>
            </a:r>
            <a:r>
              <a:rPr lang="en-US" b="1" i="0" dirty="0">
                <a:solidFill>
                  <a:srgbClr val="262626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262626"/>
                </a:solidFill>
                <a:effectLst/>
                <a:latin typeface="-apple-system"/>
              </a:rPr>
              <a:t>Beslisboom</a:t>
            </a:r>
            <a:endParaRPr lang="en-US" b="1" i="0" dirty="0">
              <a:solidFill>
                <a:srgbClr val="26262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94113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FD0B48-260B-F70F-8CBF-FAE12B33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83418B-74C0-62F1-7460-C8E42CF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F8D2B5-FE61-9EBD-24A2-D51A859BB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094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E223A-8CF0-7EDB-3BC2-B525C614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4F142B-BE4C-52BA-6DA8-D078C5E3E0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022257-D67B-B4E4-5DE1-19DDEF82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288F42-EE2F-7A69-47B2-DAF6D537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622" y="159806"/>
            <a:ext cx="10515600" cy="1325563"/>
          </a:xfrm>
        </p:spPr>
        <p:txBody>
          <a:bodyPr/>
          <a:lstStyle/>
          <a:p>
            <a:r>
              <a:rPr lang="en-US" dirty="0"/>
              <a:t>LAAG 1: </a:t>
            </a:r>
            <a:br>
              <a:rPr lang="en-US" dirty="0"/>
            </a:br>
            <a:r>
              <a:rPr lang="en-US" dirty="0" err="1"/>
              <a:t>Verwerkings</a:t>
            </a:r>
            <a:br>
              <a:rPr lang="en-US" dirty="0"/>
            </a:br>
            <a:r>
              <a:rPr lang="en-US" dirty="0" err="1"/>
              <a:t>technologie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065016-30F3-AD6B-D902-CEC1880CE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995" y="0"/>
            <a:ext cx="33200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7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9ECE6F-12DE-2433-FAF0-8497BCF23B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0D8311-4EA0-9787-8F88-BBEC97E9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130645-8346-D193-7D50-07455A2F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8" y="2158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LAAG 2:</a:t>
            </a:r>
            <a:br>
              <a:rPr lang="en-US" dirty="0"/>
            </a:br>
            <a:r>
              <a:rPr lang="en-US" dirty="0"/>
              <a:t>Hardware </a:t>
            </a:r>
            <a:br>
              <a:rPr lang="en-US" dirty="0"/>
            </a:br>
            <a:r>
              <a:rPr lang="en-US" dirty="0"/>
              <a:t>Platform</a:t>
            </a:r>
            <a:endParaRPr lang="nl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D4ED89-2C34-91FE-DE49-4600EB39C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838" y="0"/>
            <a:ext cx="4404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0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E5EF9A-EE2B-DD12-2C39-1C4A56A63A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BE1883-BED9-F3CD-D957-EF4200F7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5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7371E7-8EB1-56EF-E06D-8459900F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LAAG 3: </a:t>
            </a:r>
            <a:r>
              <a:rPr lang="en-US" dirty="0" err="1"/>
              <a:t>Cameratype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0403F-6ED6-27E9-BFC2-170A714AE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874" y="0"/>
            <a:ext cx="57424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4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DB47CC-1F7C-74EE-C844-F70B303EA9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E47ACD-CFD3-95CF-FAFB-0E872ED8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227E1F-09E6-5457-0849-B8EA107C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LAAG 4: </a:t>
            </a:r>
            <a:br>
              <a:rPr lang="en-US" dirty="0"/>
            </a:br>
            <a:r>
              <a:rPr lang="en-US" dirty="0"/>
              <a:t>Camera Specs</a:t>
            </a:r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8D7199-0F40-AA5C-588A-6E8E02EC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939" y="0"/>
            <a:ext cx="54640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2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686AA8-481D-557C-AEE1-B9BFED6C7D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052F59-C8A9-7429-91EA-CB3544A2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7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A9C80E-A95F-6971-C3F8-0AA05761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LAAG 5: </a:t>
            </a:r>
            <a:br>
              <a:rPr lang="en-US" dirty="0"/>
            </a:br>
            <a:r>
              <a:rPr lang="en-US" dirty="0" err="1"/>
              <a:t>Belichting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3E429A-1B63-5E87-0F68-318E88078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850" y="0"/>
            <a:ext cx="5504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9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A0FA84-EBD4-5E76-1199-CF1FC33E69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C8A557-0099-85BC-A3BC-0CCA3CD8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4F04CC-6AE1-D6ED-6843-0F9A58FE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28416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LAAG 6:</a:t>
            </a:r>
            <a:br>
              <a:rPr lang="en-US" dirty="0"/>
            </a:br>
            <a:r>
              <a:rPr lang="en-US" dirty="0"/>
              <a:t>Camera </a:t>
            </a:r>
            <a:br>
              <a:rPr lang="en-US" dirty="0"/>
            </a:br>
            <a:r>
              <a:rPr lang="en-US" dirty="0"/>
              <a:t>interface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CDE65E-39B6-3C8F-31A2-9252060F6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746" y="0"/>
            <a:ext cx="67085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2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9FFBA7-74B7-6320-47E8-903662E470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8A3D07-80ED-DC4B-38D4-2BAA40E5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8B0F4E-E378-16EE-357B-8D0DE106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6C3849-727F-9DCE-2756-EF5B3376A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528" y="-1454150"/>
            <a:ext cx="4226943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C1840E-3D06-ADF8-8A25-A9015CE07B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05"/>
          <a:stretch>
            <a:fillRect/>
          </a:stretch>
        </p:blipFill>
        <p:spPr>
          <a:xfrm>
            <a:off x="3952474" y="-170069"/>
            <a:ext cx="4348779" cy="6706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20BB11-2DC1-886E-F0CA-2B7FF0C2F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568" y="-332840"/>
            <a:ext cx="4214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23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C5216-753D-CB6B-7516-C0858CE4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10</a:t>
            </a:fld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EABD53-2EBB-54B6-1214-9DC42E9D4E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58"/>
          <a:stretch>
            <a:fillRect/>
          </a:stretch>
        </p:blipFill>
        <p:spPr>
          <a:xfrm>
            <a:off x="3499104" y="463462"/>
            <a:ext cx="5193792" cy="639453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980B95B-FCC7-85D4-7947-09CCD246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DEEL 3 — </a:t>
            </a:r>
            <a:r>
              <a:rPr lang="en-US" dirty="0" err="1"/>
              <a:t>Beslisboom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Calibratie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3896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B23B20-5265-DA53-B571-88E0C9E113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89DF01-BA93-CE10-FEDB-7895F996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11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F1D133-9EC5-D4ED-17DB-7B3560635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LENS keuze beslisboom</a:t>
            </a:r>
          </a:p>
        </p:txBody>
      </p:sp>
    </p:spTree>
    <p:extLst>
      <p:ext uri="{BB962C8B-B14F-4D97-AF65-F5344CB8AC3E}">
        <p14:creationId xmlns:p14="http://schemas.microsoft.com/office/powerpoint/2010/main" val="3340259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069C36-FDCB-EFD7-F7E6-3D1326C13C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270865-1D67-5B2D-BFB0-F78111B0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12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505C4-E653-613A-0E22-4A984D1C5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73" y="400620"/>
            <a:ext cx="10212225" cy="625879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9789928-FFE0-B81F-6D3A-8421463FD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34" y="0"/>
            <a:ext cx="10515600" cy="1325563"/>
          </a:xfrm>
        </p:spPr>
        <p:txBody>
          <a:bodyPr/>
          <a:lstStyle/>
          <a:p>
            <a:r>
              <a:rPr lang="nl-NL" dirty="0"/>
              <a:t>DEEL 1 </a:t>
            </a:r>
            <a:br>
              <a:rPr lang="nl-NL" dirty="0"/>
            </a:br>
            <a:r>
              <a:rPr lang="nl-NL" dirty="0"/>
              <a:t>Globale</a:t>
            </a:r>
            <a:br>
              <a:rPr lang="nl-NL" dirty="0"/>
            </a:br>
            <a:r>
              <a:rPr lang="nl-NL" dirty="0"/>
              <a:t>Lens Beslisboom</a:t>
            </a:r>
          </a:p>
        </p:txBody>
      </p:sp>
    </p:spTree>
    <p:extLst>
      <p:ext uri="{BB962C8B-B14F-4D97-AF65-F5344CB8AC3E}">
        <p14:creationId xmlns:p14="http://schemas.microsoft.com/office/powerpoint/2010/main" val="1680328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41397A-97BA-5A6C-2214-B79287693D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A92130-6063-FC4F-FDD0-2054B706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13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714A3A-C4B3-84DB-1ED3-125F40B9B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DEEL 2 — </a:t>
            </a:r>
            <a:br>
              <a:rPr lang="nl-NL" dirty="0"/>
            </a:br>
            <a:r>
              <a:rPr lang="nl-NL" dirty="0" err="1"/>
              <a:t>Brandpunts</a:t>
            </a:r>
            <a:br>
              <a:rPr lang="nl-NL" dirty="0"/>
            </a:br>
            <a:r>
              <a:rPr lang="nl-NL" dirty="0"/>
              <a:t>afstand berekenen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F0089-99A1-2D90-D47A-B1E572A10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549" y="0"/>
            <a:ext cx="6317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00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93FC5-C2DE-C1B7-BE3E-B7B61FEC01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29EF5-2B6B-CCD1-69BE-A099DC58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14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B621D0-BCBA-6CE5-E827-1F6D300D5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689" y="0"/>
            <a:ext cx="8732791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B927F3C-3EEC-E2EF-FF95-8DC6E522B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DEEL 3 </a:t>
            </a:r>
            <a:br>
              <a:rPr lang="nl-NL" dirty="0"/>
            </a:br>
            <a:r>
              <a:rPr lang="nl-NL" dirty="0"/>
              <a:t>Lenstype kiezen</a:t>
            </a:r>
          </a:p>
        </p:txBody>
      </p:sp>
    </p:spTree>
    <p:extLst>
      <p:ext uri="{BB962C8B-B14F-4D97-AF65-F5344CB8AC3E}">
        <p14:creationId xmlns:p14="http://schemas.microsoft.com/office/powerpoint/2010/main" val="99030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D78A76-1156-53BB-4F26-06A49F0BB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185" y="29028"/>
            <a:ext cx="8063802" cy="68580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1AAE13-933A-83CD-0A41-B22D745C24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F02F1-17DD-911D-EA8F-14A3CB9A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F571A5-6D50-B710-8AC2-F555F9B0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DEEL 4</a:t>
            </a:r>
            <a:br>
              <a:rPr lang="nl-NL" dirty="0"/>
            </a:br>
            <a:r>
              <a:rPr lang="nl-NL" dirty="0"/>
              <a:t>Macro en Close-up</a:t>
            </a:r>
          </a:p>
        </p:txBody>
      </p:sp>
    </p:spTree>
    <p:extLst>
      <p:ext uri="{BB962C8B-B14F-4D97-AF65-F5344CB8AC3E}">
        <p14:creationId xmlns:p14="http://schemas.microsoft.com/office/powerpoint/2010/main" val="2711283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B06BE9-92F3-9EA3-9547-14128CB058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8D7FE9-BAB3-0C87-487F-93F754DD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1663B3-9703-47EB-F336-683D578B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DEEL 5 — </a:t>
            </a:r>
            <a:br>
              <a:rPr lang="nl-NL" dirty="0"/>
            </a:br>
            <a:r>
              <a:rPr lang="nl-NL" dirty="0"/>
              <a:t>Vatting </a:t>
            </a:r>
            <a:br>
              <a:rPr lang="nl-NL" dirty="0"/>
            </a:br>
            <a:r>
              <a:rPr lang="nl-NL" dirty="0"/>
              <a:t>en Montage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AE4618-1001-1D1A-E73C-D233A18D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259" y="0"/>
            <a:ext cx="8364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74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6CA0CC-C7ED-43CE-8CCB-3C02A46F81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6D5B5-97A2-45E9-736C-B51BC5BB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13AD35-9FC5-6747-CC6C-79A3AEF7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DEEL 6 —</a:t>
            </a:r>
            <a:br>
              <a:rPr lang="nl-NL" dirty="0"/>
            </a:br>
            <a:r>
              <a:rPr lang="nl-NL" dirty="0" err="1"/>
              <a:t>Telecentrische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/>
              <a:t>Lens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87F32A-F4DF-B58F-90B4-FC5615493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355" y="0"/>
            <a:ext cx="4972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0918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Smal">
  <a:themeElements>
    <a:clrScheme name="HAN">
      <a:dk1>
        <a:sysClr val="windowText" lastClr="000000"/>
      </a:dk1>
      <a:lt1>
        <a:sysClr val="window" lastClr="FFFFFF"/>
      </a:lt1>
      <a:dk2>
        <a:srgbClr val="E50056"/>
      </a:dk2>
      <a:lt2>
        <a:srgbClr val="F8F8F8"/>
      </a:lt2>
      <a:accent1>
        <a:srgbClr val="000000"/>
      </a:accent1>
      <a:accent2>
        <a:srgbClr val="454545"/>
      </a:accent2>
      <a:accent3>
        <a:srgbClr val="757575"/>
      </a:accent3>
      <a:accent4>
        <a:srgbClr val="919191"/>
      </a:accent4>
      <a:accent5>
        <a:srgbClr val="E3E3E3"/>
      </a:accent5>
      <a:accent6>
        <a:srgbClr val="F8F8F8"/>
      </a:accent6>
      <a:hlink>
        <a:srgbClr val="000000"/>
      </a:hlink>
      <a:folHlink>
        <a:srgbClr val="000000"/>
      </a:folHlink>
    </a:clrScheme>
    <a:fontScheme name="HAN!">
      <a:majorFont>
        <a:latin typeface="Roboto Condensed SemiBol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_PowerPoint_breed_wit_v2.1" id="{92CBC7AB-8886-3343-9313-0014277669FC}" vid="{B1563569-891F-4F48-AD92-8F3B6ACDC690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457A4D2E51B14F88D470F52782FA7D" ma:contentTypeVersion="4" ma:contentTypeDescription="Create a new document." ma:contentTypeScope="" ma:versionID="ce885d763a3f7853ef49b3b9ea0f293f">
  <xsd:schema xmlns:xsd="http://www.w3.org/2001/XMLSchema" xmlns:xs="http://www.w3.org/2001/XMLSchema" xmlns:p="http://schemas.microsoft.com/office/2006/metadata/properties" xmlns:ns2="ee6fde1a-ebe4-44e6-8d92-34070855aeaf" targetNamespace="http://schemas.microsoft.com/office/2006/metadata/properties" ma:root="true" ma:fieldsID="c4b62f03d1641294a13c71ea34b76386" ns2:_="">
    <xsd:import namespace="ee6fde1a-ebe4-44e6-8d92-34070855ae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6fde1a-ebe4-44e6-8d92-34070855ae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71D5FA-9632-4EA8-A2CC-02B86B29C0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3FAB99-B7CD-40C9-92E7-B78F7B5FC6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1A66CAF-27E5-4E71-A9FF-55375C38E6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6fde1a-ebe4-44e6-8d92-34070855ae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Wit_breed 25.1</Template>
  <TotalTime>0</TotalTime>
  <Words>4829</Words>
  <Application>Microsoft Office PowerPoint</Application>
  <PresentationFormat>Widescreen</PresentationFormat>
  <Paragraphs>529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-apple-system</vt:lpstr>
      <vt:lpstr>Arial</vt:lpstr>
      <vt:lpstr>Roboto</vt:lpstr>
      <vt:lpstr>Roboto Condensed SemiBold</vt:lpstr>
      <vt:lpstr>Presentatie_Smal</vt:lpstr>
      <vt:lpstr>PowerPoint Presentation</vt:lpstr>
      <vt:lpstr>PowerPoint Presentation</vt:lpstr>
      <vt:lpstr>LAAG 1:  Verwerkings technologie</vt:lpstr>
      <vt:lpstr>LAAG 2: Hardware  Platform</vt:lpstr>
      <vt:lpstr>LAAG 3: Cameratype</vt:lpstr>
      <vt:lpstr>LAAG 4:  Camera Specs</vt:lpstr>
      <vt:lpstr>LAAG 5:  Belichting</vt:lpstr>
      <vt:lpstr>LAAG 6: Camera  interface</vt:lpstr>
      <vt:lpstr>PowerPoint Presentation</vt:lpstr>
      <vt:lpstr>DEEL 3 — Beslisboom  Calibratie</vt:lpstr>
      <vt:lpstr>LENS keuze beslisboom</vt:lpstr>
      <vt:lpstr>DEEL 1  Globale Lens Beslisboom</vt:lpstr>
      <vt:lpstr>DEEL 2 —  Brandpunts afstand berekenen</vt:lpstr>
      <vt:lpstr>DEEL 3  Lenstype kiezen</vt:lpstr>
      <vt:lpstr>DEEL 4 Macro en Close-up</vt:lpstr>
      <vt:lpstr>DEEL 5 —  Vatting  en Montage</vt:lpstr>
      <vt:lpstr>DEEL 6 — Telecentrische  Lens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Lautenbach</dc:creator>
  <cp:lastModifiedBy>Thomas Lautenbach</cp:lastModifiedBy>
  <cp:revision>1</cp:revision>
  <dcterms:created xsi:type="dcterms:W3CDTF">2026-03-30T13:36:00Z</dcterms:created>
  <dcterms:modified xsi:type="dcterms:W3CDTF">2026-04-01T14:12:16Z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0x0101001A457A4D2E51B14F88D470F52782FA7D</vt:lpwstr>
  </property>
</Properties>
</file>